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77" r:id="rId6"/>
    <p:sldId id="260" r:id="rId7"/>
    <p:sldId id="261" r:id="rId8"/>
    <p:sldId id="262" r:id="rId9"/>
    <p:sldId id="265" r:id="rId10"/>
    <p:sldId id="268" r:id="rId11"/>
    <p:sldId id="263" r:id="rId12"/>
    <p:sldId id="264" r:id="rId13"/>
    <p:sldId id="267" r:id="rId14"/>
    <p:sldId id="266" r:id="rId15"/>
    <p:sldId id="274" r:id="rId16"/>
    <p:sldId id="269" r:id="rId17"/>
    <p:sldId id="276" r:id="rId18"/>
    <p:sldId id="275" r:id="rId19"/>
    <p:sldId id="271" r:id="rId20"/>
    <p:sldId id="272" r:id="rId21"/>
    <p:sldId id="27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60"/>
  </p:normalViewPr>
  <p:slideViewPr>
    <p:cSldViewPr snapToGrid="0">
      <p:cViewPr varScale="1">
        <p:scale>
          <a:sx n="63" d="100"/>
          <a:sy n="63" d="100"/>
        </p:scale>
        <p:origin x="66" y="2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0E09E-BB92-4B78-AF70-7AA4967FE293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50FAE7-9E7A-4D4A-B128-D15CF90CA2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717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 bwMode="gray">
          <a:xfrm>
            <a:off x="0" y="1929384"/>
            <a:ext cx="12192000" cy="492861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38" name="Picture 46" descr="2.png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65" b="15496"/>
          <a:stretch>
            <a:fillRect/>
          </a:stretch>
        </p:blipFill>
        <p:spPr bwMode="gray">
          <a:xfrm>
            <a:off x="6762756" y="3571876"/>
            <a:ext cx="4956121" cy="328612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1011936" y="786384"/>
            <a:ext cx="8534400" cy="841248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61C49-0F28-4E43-AA73-F211085FCE63}" type="datetime1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BBF3-84B6-43B3-BD51-448C3D0981BF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20"/>
          <p:cNvGrpSpPr/>
          <p:nvPr/>
        </p:nvGrpSpPr>
        <p:grpSpPr bwMode="gray">
          <a:xfrm>
            <a:off x="9790176" y="740664"/>
            <a:ext cx="984069" cy="1640146"/>
            <a:chOff x="6869341" y="609600"/>
            <a:chExt cx="738052" cy="1640146"/>
          </a:xfrm>
        </p:grpSpPr>
        <p:sp>
          <p:nvSpPr>
            <p:cNvPr id="20" name="Rectangle 19"/>
            <p:cNvSpPr/>
            <p:nvPr userDrawn="1"/>
          </p:nvSpPr>
          <p:spPr bwMode="gray">
            <a:xfrm rot="360000">
              <a:off x="7397081" y="748488"/>
              <a:ext cx="210312" cy="1444752"/>
            </a:xfrm>
            <a:prstGeom prst="rect">
              <a:avLst/>
            </a:prstGeom>
            <a:gradFill>
              <a:gsLst>
                <a:gs pos="0">
                  <a:schemeClr val="bg1">
                    <a:lumMod val="50000"/>
                  </a:schemeClr>
                </a:gs>
                <a:gs pos="35000">
                  <a:schemeClr val="bg1">
                    <a:lumMod val="50000"/>
                    <a:alpha val="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grpSp>
          <p:nvGrpSpPr>
            <p:cNvPr id="8" name="Group 18"/>
            <p:cNvGrpSpPr/>
            <p:nvPr userDrawn="1"/>
          </p:nvGrpSpPr>
          <p:grpSpPr bwMode="gray">
            <a:xfrm>
              <a:off x="6869341" y="609600"/>
              <a:ext cx="586829" cy="1640146"/>
              <a:chOff x="6850291" y="609600"/>
              <a:chExt cx="586829" cy="1640146"/>
            </a:xfrm>
          </p:grpSpPr>
          <p:sp>
            <p:nvSpPr>
              <p:cNvPr id="17" name="Rectangle 16"/>
              <p:cNvSpPr/>
              <p:nvPr userDrawn="1"/>
            </p:nvSpPr>
            <p:spPr bwMode="gray">
              <a:xfrm rot="360000">
                <a:off x="6934200" y="609600"/>
                <a:ext cx="502920" cy="5760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8" name="Rectangle 17"/>
              <p:cNvSpPr/>
              <p:nvPr userDrawn="1"/>
            </p:nvSpPr>
            <p:spPr bwMode="gray">
              <a:xfrm rot="360000">
                <a:off x="6850291" y="1179898"/>
                <a:ext cx="502920" cy="106984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grpSp>
        <p:nvGrpSpPr>
          <p:cNvPr id="9" name="Group 26"/>
          <p:cNvGrpSpPr/>
          <p:nvPr/>
        </p:nvGrpSpPr>
        <p:grpSpPr bwMode="gray">
          <a:xfrm>
            <a:off x="10594849" y="1106424"/>
            <a:ext cx="1005068" cy="1637570"/>
            <a:chOff x="7946136" y="1106424"/>
            <a:chExt cx="753801" cy="1637570"/>
          </a:xfrm>
        </p:grpSpPr>
        <p:sp>
          <p:nvSpPr>
            <p:cNvPr id="23" name="Rectangle 22"/>
            <p:cNvSpPr/>
            <p:nvPr userDrawn="1"/>
          </p:nvSpPr>
          <p:spPr bwMode="gray">
            <a:xfrm rot="600000">
              <a:off x="8489625" y="1245312"/>
              <a:ext cx="210312" cy="1444752"/>
            </a:xfrm>
            <a:prstGeom prst="rect">
              <a:avLst/>
            </a:prstGeom>
            <a:gradFill>
              <a:gsLst>
                <a:gs pos="0">
                  <a:schemeClr val="bg1">
                    <a:lumMod val="50000"/>
                  </a:schemeClr>
                </a:gs>
                <a:gs pos="35000">
                  <a:schemeClr val="bg1">
                    <a:lumMod val="50000"/>
                    <a:alpha val="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/>
            <p:cNvSpPr/>
            <p:nvPr userDrawn="1"/>
          </p:nvSpPr>
          <p:spPr bwMode="gray">
            <a:xfrm rot="600000">
              <a:off x="8083296" y="1106424"/>
              <a:ext cx="502920" cy="5760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/>
            <p:cNvSpPr/>
            <p:nvPr userDrawn="1"/>
          </p:nvSpPr>
          <p:spPr bwMode="gray">
            <a:xfrm rot="600000">
              <a:off x="7946136" y="1674146"/>
              <a:ext cx="502920" cy="1069848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0" name="Group 41"/>
          <p:cNvGrpSpPr/>
          <p:nvPr/>
        </p:nvGrpSpPr>
        <p:grpSpPr bwMode="gray">
          <a:xfrm>
            <a:off x="0" y="1810512"/>
            <a:ext cx="12192000" cy="120460"/>
            <a:chOff x="0" y="1810512"/>
            <a:chExt cx="9144000" cy="120460"/>
          </a:xfrm>
        </p:grpSpPr>
        <p:cxnSp>
          <p:nvCxnSpPr>
            <p:cNvPr id="32" name="Straight Connector 31"/>
            <p:cNvCxnSpPr/>
            <p:nvPr userDrawn="1"/>
          </p:nvCxnSpPr>
          <p:spPr bwMode="gray">
            <a:xfrm>
              <a:off x="0" y="1810512"/>
              <a:ext cx="9144000" cy="1588"/>
            </a:xfrm>
            <a:prstGeom prst="line">
              <a:avLst/>
            </a:prstGeom>
            <a:ln w="9525">
              <a:solidFill>
                <a:schemeClr val="bg2">
                  <a:lumMod val="75000"/>
                </a:schemeClr>
              </a:solidFill>
            </a:ln>
            <a:effectLst>
              <a:outerShdw dist="25400" dir="5400000" algn="ctr" rotWithShape="0">
                <a:srgbClr val="00000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0" y="1865376"/>
              <a:ext cx="9144000" cy="1588"/>
            </a:xfrm>
            <a:prstGeom prst="line">
              <a:avLst/>
            </a:prstGeom>
            <a:ln w="9525">
              <a:solidFill>
                <a:schemeClr val="bg2">
                  <a:lumMod val="75000"/>
                </a:schemeClr>
              </a:solidFill>
            </a:ln>
            <a:effectLst>
              <a:outerShdw dist="25400" dir="5400000" algn="ctr" rotWithShape="0">
                <a:srgbClr val="00000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0" y="1929384"/>
              <a:ext cx="9144000" cy="1588"/>
            </a:xfrm>
            <a:prstGeom prst="line">
              <a:avLst/>
            </a:prstGeom>
            <a:ln w="9525">
              <a:solidFill>
                <a:schemeClr val="bg2">
                  <a:lumMod val="75000"/>
                </a:schemeClr>
              </a:solidFill>
            </a:ln>
            <a:effectLst>
              <a:outerShdw dist="25400" dir="5400000" algn="ctr" rotWithShape="0">
                <a:srgbClr val="00000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277"/>
          <p:cNvGrpSpPr>
            <a:grpSpLocks/>
          </p:cNvGrpSpPr>
          <p:nvPr/>
        </p:nvGrpSpPr>
        <p:grpSpPr bwMode="gray">
          <a:xfrm rot="5400000">
            <a:off x="778718" y="2100960"/>
            <a:ext cx="1500199" cy="1889313"/>
            <a:chOff x="42" y="4085"/>
            <a:chExt cx="224" cy="224"/>
          </a:xfrm>
          <a:solidFill>
            <a:srgbClr val="F8F7F3">
              <a:alpha val="30196"/>
            </a:srgbClr>
          </a:solidFill>
        </p:grpSpPr>
        <p:sp>
          <p:nvSpPr>
            <p:cNvPr id="40" name="Freeform 278"/>
            <p:cNvSpPr>
              <a:spLocks/>
            </p:cNvSpPr>
            <p:nvPr userDrawn="1"/>
          </p:nvSpPr>
          <p:spPr bwMode="gray">
            <a:xfrm>
              <a:off x="89" y="4127"/>
              <a:ext cx="136" cy="142"/>
            </a:xfrm>
            <a:custGeom>
              <a:avLst/>
              <a:gdLst/>
              <a:ahLst/>
              <a:cxnLst>
                <a:cxn ang="0">
                  <a:pos x="226" y="24"/>
                </a:cxn>
                <a:cxn ang="0">
                  <a:pos x="7" y="311"/>
                </a:cxn>
                <a:cxn ang="0">
                  <a:pos x="30" y="389"/>
                </a:cxn>
                <a:cxn ang="0">
                  <a:pos x="124" y="402"/>
                </a:cxn>
                <a:cxn ang="0">
                  <a:pos x="193" y="317"/>
                </a:cxn>
                <a:cxn ang="0">
                  <a:pos x="193" y="524"/>
                </a:cxn>
                <a:cxn ang="0">
                  <a:pos x="276" y="585"/>
                </a:cxn>
                <a:cxn ang="0">
                  <a:pos x="363" y="522"/>
                </a:cxn>
                <a:cxn ang="0">
                  <a:pos x="363" y="305"/>
                </a:cxn>
                <a:cxn ang="0">
                  <a:pos x="447" y="405"/>
                </a:cxn>
                <a:cxn ang="0">
                  <a:pos x="534" y="398"/>
                </a:cxn>
                <a:cxn ang="0">
                  <a:pos x="562" y="320"/>
                </a:cxn>
                <a:cxn ang="0">
                  <a:pos x="331" y="17"/>
                </a:cxn>
                <a:cxn ang="0">
                  <a:pos x="280" y="2"/>
                </a:cxn>
                <a:cxn ang="0">
                  <a:pos x="226" y="24"/>
                </a:cxn>
              </a:cxnLst>
              <a:rect l="0" t="0" r="r" b="b"/>
              <a:pathLst>
                <a:path w="562" h="587">
                  <a:moveTo>
                    <a:pt x="226" y="24"/>
                  </a:moveTo>
                  <a:cubicBezTo>
                    <a:pt x="181" y="76"/>
                    <a:pt x="40" y="250"/>
                    <a:pt x="7" y="311"/>
                  </a:cubicBezTo>
                  <a:cubicBezTo>
                    <a:pt x="0" y="350"/>
                    <a:pt x="11" y="361"/>
                    <a:pt x="30" y="389"/>
                  </a:cubicBezTo>
                  <a:cubicBezTo>
                    <a:pt x="49" y="417"/>
                    <a:pt x="87" y="422"/>
                    <a:pt x="124" y="402"/>
                  </a:cubicBezTo>
                  <a:lnTo>
                    <a:pt x="193" y="317"/>
                  </a:lnTo>
                  <a:lnTo>
                    <a:pt x="193" y="524"/>
                  </a:lnTo>
                  <a:cubicBezTo>
                    <a:pt x="207" y="569"/>
                    <a:pt x="248" y="585"/>
                    <a:pt x="276" y="585"/>
                  </a:cubicBezTo>
                  <a:cubicBezTo>
                    <a:pt x="315" y="587"/>
                    <a:pt x="350" y="568"/>
                    <a:pt x="363" y="522"/>
                  </a:cubicBezTo>
                  <a:lnTo>
                    <a:pt x="363" y="305"/>
                  </a:lnTo>
                  <a:lnTo>
                    <a:pt x="447" y="405"/>
                  </a:lnTo>
                  <a:cubicBezTo>
                    <a:pt x="475" y="420"/>
                    <a:pt x="515" y="412"/>
                    <a:pt x="534" y="398"/>
                  </a:cubicBezTo>
                  <a:cubicBezTo>
                    <a:pt x="553" y="384"/>
                    <a:pt x="562" y="357"/>
                    <a:pt x="562" y="320"/>
                  </a:cubicBezTo>
                  <a:cubicBezTo>
                    <a:pt x="446" y="168"/>
                    <a:pt x="331" y="17"/>
                    <a:pt x="331" y="17"/>
                  </a:cubicBezTo>
                  <a:cubicBezTo>
                    <a:pt x="303" y="0"/>
                    <a:pt x="296" y="2"/>
                    <a:pt x="280" y="2"/>
                  </a:cubicBezTo>
                  <a:cubicBezTo>
                    <a:pt x="264" y="2"/>
                    <a:pt x="247" y="6"/>
                    <a:pt x="226" y="24"/>
                  </a:cubicBezTo>
                  <a:close/>
                </a:path>
              </a:pathLst>
            </a:custGeom>
            <a:grpFill/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1" name="AutoShape 279"/>
            <p:cNvSpPr>
              <a:spLocks noChangeArrowheads="1"/>
            </p:cNvSpPr>
            <p:nvPr userDrawn="1"/>
          </p:nvSpPr>
          <p:spPr bwMode="gray">
            <a:xfrm>
              <a:off x="42" y="4085"/>
              <a:ext cx="224" cy="224"/>
            </a:xfrm>
            <a:custGeom>
              <a:avLst/>
              <a:gdLst>
                <a:gd name="G0" fmla="+- 2121 0 0"/>
                <a:gd name="G1" fmla="+- 21600 0 2121"/>
                <a:gd name="G2" fmla="+- 21600 0 2121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121" y="10800"/>
                  </a:moveTo>
                  <a:cubicBezTo>
                    <a:pt x="2121" y="15593"/>
                    <a:pt x="6007" y="19479"/>
                    <a:pt x="10800" y="19479"/>
                  </a:cubicBezTo>
                  <a:cubicBezTo>
                    <a:pt x="15593" y="19479"/>
                    <a:pt x="19479" y="15593"/>
                    <a:pt x="19479" y="10800"/>
                  </a:cubicBezTo>
                  <a:cubicBezTo>
                    <a:pt x="19479" y="6007"/>
                    <a:pt x="15593" y="2121"/>
                    <a:pt x="10800" y="2121"/>
                  </a:cubicBezTo>
                  <a:cubicBezTo>
                    <a:pt x="6007" y="2121"/>
                    <a:pt x="2121" y="6007"/>
                    <a:pt x="2121" y="10800"/>
                  </a:cubicBezTo>
                  <a:close/>
                </a:path>
              </a:pathLst>
            </a:custGeom>
            <a:grpFill/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273552"/>
            <a:ext cx="10363200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249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790C0-BB21-4777-93B8-B7CCAD91B0BD}" type="datetime1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cxnSp>
        <p:nvCxnSpPr>
          <p:cNvPr id="7" name="Straight Connector 6"/>
          <p:cNvCxnSpPr/>
          <p:nvPr/>
        </p:nvCxnSpPr>
        <p:spPr bwMode="gray">
          <a:xfrm>
            <a:off x="0" y="1316736"/>
            <a:ext cx="11436096" cy="1588"/>
          </a:xfrm>
          <a:prstGeom prst="line">
            <a:avLst/>
          </a:prstGeom>
          <a:ln w="9525">
            <a:solidFill>
              <a:schemeClr val="bg2">
                <a:lumMod val="75000"/>
              </a:schemeClr>
            </a:solidFill>
          </a:ln>
          <a:effectLst>
            <a:outerShdw dist="254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277"/>
          <p:cNvGrpSpPr>
            <a:grpSpLocks/>
          </p:cNvGrpSpPr>
          <p:nvPr/>
        </p:nvGrpSpPr>
        <p:grpSpPr bwMode="gray">
          <a:xfrm rot="5400000">
            <a:off x="568452" y="67056"/>
            <a:ext cx="996696" cy="1292352"/>
            <a:chOff x="42" y="4085"/>
            <a:chExt cx="224" cy="224"/>
          </a:xfrm>
          <a:solidFill>
            <a:schemeClr val="bg2">
              <a:lumMod val="75000"/>
              <a:alpha val="30196"/>
            </a:schemeClr>
          </a:solidFill>
        </p:grpSpPr>
        <p:sp>
          <p:nvSpPr>
            <p:cNvPr id="10" name="Freeform 278"/>
            <p:cNvSpPr>
              <a:spLocks/>
            </p:cNvSpPr>
            <p:nvPr userDrawn="1"/>
          </p:nvSpPr>
          <p:spPr bwMode="gray">
            <a:xfrm>
              <a:off x="89" y="4127"/>
              <a:ext cx="136" cy="142"/>
            </a:xfrm>
            <a:custGeom>
              <a:avLst/>
              <a:gdLst/>
              <a:ahLst/>
              <a:cxnLst>
                <a:cxn ang="0">
                  <a:pos x="226" y="24"/>
                </a:cxn>
                <a:cxn ang="0">
                  <a:pos x="7" y="311"/>
                </a:cxn>
                <a:cxn ang="0">
                  <a:pos x="30" y="389"/>
                </a:cxn>
                <a:cxn ang="0">
                  <a:pos x="124" y="402"/>
                </a:cxn>
                <a:cxn ang="0">
                  <a:pos x="193" y="317"/>
                </a:cxn>
                <a:cxn ang="0">
                  <a:pos x="193" y="524"/>
                </a:cxn>
                <a:cxn ang="0">
                  <a:pos x="276" y="585"/>
                </a:cxn>
                <a:cxn ang="0">
                  <a:pos x="363" y="522"/>
                </a:cxn>
                <a:cxn ang="0">
                  <a:pos x="363" y="305"/>
                </a:cxn>
                <a:cxn ang="0">
                  <a:pos x="447" y="405"/>
                </a:cxn>
                <a:cxn ang="0">
                  <a:pos x="534" y="398"/>
                </a:cxn>
                <a:cxn ang="0">
                  <a:pos x="562" y="320"/>
                </a:cxn>
                <a:cxn ang="0">
                  <a:pos x="331" y="17"/>
                </a:cxn>
                <a:cxn ang="0">
                  <a:pos x="280" y="2"/>
                </a:cxn>
                <a:cxn ang="0">
                  <a:pos x="226" y="24"/>
                </a:cxn>
              </a:cxnLst>
              <a:rect l="0" t="0" r="r" b="b"/>
              <a:pathLst>
                <a:path w="562" h="587">
                  <a:moveTo>
                    <a:pt x="226" y="24"/>
                  </a:moveTo>
                  <a:cubicBezTo>
                    <a:pt x="181" y="76"/>
                    <a:pt x="40" y="250"/>
                    <a:pt x="7" y="311"/>
                  </a:cubicBezTo>
                  <a:cubicBezTo>
                    <a:pt x="0" y="350"/>
                    <a:pt x="11" y="361"/>
                    <a:pt x="30" y="389"/>
                  </a:cubicBezTo>
                  <a:cubicBezTo>
                    <a:pt x="49" y="417"/>
                    <a:pt x="87" y="422"/>
                    <a:pt x="124" y="402"/>
                  </a:cubicBezTo>
                  <a:lnTo>
                    <a:pt x="193" y="317"/>
                  </a:lnTo>
                  <a:lnTo>
                    <a:pt x="193" y="524"/>
                  </a:lnTo>
                  <a:cubicBezTo>
                    <a:pt x="207" y="569"/>
                    <a:pt x="248" y="585"/>
                    <a:pt x="276" y="585"/>
                  </a:cubicBezTo>
                  <a:cubicBezTo>
                    <a:pt x="315" y="587"/>
                    <a:pt x="350" y="568"/>
                    <a:pt x="363" y="522"/>
                  </a:cubicBezTo>
                  <a:lnTo>
                    <a:pt x="363" y="305"/>
                  </a:lnTo>
                  <a:lnTo>
                    <a:pt x="447" y="405"/>
                  </a:lnTo>
                  <a:cubicBezTo>
                    <a:pt x="475" y="420"/>
                    <a:pt x="515" y="412"/>
                    <a:pt x="534" y="398"/>
                  </a:cubicBezTo>
                  <a:cubicBezTo>
                    <a:pt x="553" y="384"/>
                    <a:pt x="562" y="357"/>
                    <a:pt x="562" y="320"/>
                  </a:cubicBezTo>
                  <a:cubicBezTo>
                    <a:pt x="446" y="168"/>
                    <a:pt x="331" y="17"/>
                    <a:pt x="331" y="17"/>
                  </a:cubicBezTo>
                  <a:cubicBezTo>
                    <a:pt x="303" y="0"/>
                    <a:pt x="296" y="2"/>
                    <a:pt x="280" y="2"/>
                  </a:cubicBezTo>
                  <a:cubicBezTo>
                    <a:pt x="264" y="2"/>
                    <a:pt x="247" y="6"/>
                    <a:pt x="226" y="24"/>
                  </a:cubicBezTo>
                  <a:close/>
                </a:path>
              </a:pathLst>
            </a:custGeom>
            <a:grpFill/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1" name="AutoShape 279"/>
            <p:cNvSpPr>
              <a:spLocks noChangeArrowheads="1"/>
            </p:cNvSpPr>
            <p:nvPr userDrawn="1"/>
          </p:nvSpPr>
          <p:spPr bwMode="gray">
            <a:xfrm>
              <a:off x="42" y="4085"/>
              <a:ext cx="224" cy="224"/>
            </a:xfrm>
            <a:custGeom>
              <a:avLst/>
              <a:gdLst>
                <a:gd name="G0" fmla="+- 2121 0 0"/>
                <a:gd name="G1" fmla="+- 21600 0 2121"/>
                <a:gd name="G2" fmla="+- 21600 0 2121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121" y="10800"/>
                  </a:moveTo>
                  <a:cubicBezTo>
                    <a:pt x="2121" y="15593"/>
                    <a:pt x="6007" y="19479"/>
                    <a:pt x="10800" y="19479"/>
                  </a:cubicBezTo>
                  <a:cubicBezTo>
                    <a:pt x="15593" y="19479"/>
                    <a:pt x="19479" y="15593"/>
                    <a:pt x="19479" y="10800"/>
                  </a:cubicBezTo>
                  <a:cubicBezTo>
                    <a:pt x="19479" y="6007"/>
                    <a:pt x="15593" y="2121"/>
                    <a:pt x="10800" y="2121"/>
                  </a:cubicBezTo>
                  <a:cubicBezTo>
                    <a:pt x="6007" y="2121"/>
                    <a:pt x="2121" y="6007"/>
                    <a:pt x="2121" y="10800"/>
                  </a:cubicBezTo>
                  <a:close/>
                </a:path>
              </a:pathLst>
            </a:custGeom>
            <a:grpFill/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</p:grpSp>
      <p:sp>
        <p:nvSpPr>
          <p:cNvPr id="12" name="Rectangle 11"/>
          <p:cNvSpPr/>
          <p:nvPr/>
        </p:nvSpPr>
        <p:spPr bwMode="gray">
          <a:xfrm>
            <a:off x="11472672" y="0"/>
            <a:ext cx="719328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Rectangle 12"/>
          <p:cNvSpPr/>
          <p:nvPr/>
        </p:nvSpPr>
        <p:spPr bwMode="gray">
          <a:xfrm>
            <a:off x="11460480" y="0"/>
            <a:ext cx="52425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8" name="Group 18"/>
          <p:cNvGrpSpPr/>
          <p:nvPr/>
        </p:nvGrpSpPr>
        <p:grpSpPr bwMode="gray">
          <a:xfrm>
            <a:off x="10692384" y="246889"/>
            <a:ext cx="1426464" cy="490035"/>
            <a:chOff x="8019288" y="246888"/>
            <a:chExt cx="1069848" cy="490035"/>
          </a:xfrm>
        </p:grpSpPr>
        <p:sp>
          <p:nvSpPr>
            <p:cNvPr id="15" name="Freeform 14"/>
            <p:cNvSpPr/>
            <p:nvPr userDrawn="1"/>
          </p:nvSpPr>
          <p:spPr bwMode="gray">
            <a:xfrm rot="4680000">
              <a:off x="8513063" y="174567"/>
              <a:ext cx="137160" cy="987552"/>
            </a:xfrm>
            <a:custGeom>
              <a:avLst/>
              <a:gdLst>
                <a:gd name="connsiteX0" fmla="*/ 0 w 210312"/>
                <a:gd name="connsiteY0" fmla="*/ 0 h 4233101"/>
                <a:gd name="connsiteX1" fmla="*/ 210312 w 210312"/>
                <a:gd name="connsiteY1" fmla="*/ 0 h 4233101"/>
                <a:gd name="connsiteX2" fmla="*/ 210312 w 210312"/>
                <a:gd name="connsiteY2" fmla="*/ 4233101 h 4233101"/>
                <a:gd name="connsiteX3" fmla="*/ 0 w 210312"/>
                <a:gd name="connsiteY3" fmla="*/ 4233101 h 4233101"/>
                <a:gd name="connsiteX4" fmla="*/ 0 w 210312"/>
                <a:gd name="connsiteY4" fmla="*/ 0 h 4233101"/>
                <a:gd name="connsiteX0" fmla="*/ 0 w 210312"/>
                <a:gd name="connsiteY0" fmla="*/ 0 h 4233101"/>
                <a:gd name="connsiteX1" fmla="*/ 210312 w 210312"/>
                <a:gd name="connsiteY1" fmla="*/ 0 h 4233101"/>
                <a:gd name="connsiteX2" fmla="*/ 0 w 210312"/>
                <a:gd name="connsiteY2" fmla="*/ 4233101 h 4233101"/>
                <a:gd name="connsiteX3" fmla="*/ 0 w 210312"/>
                <a:gd name="connsiteY3" fmla="*/ 0 h 4233101"/>
                <a:gd name="connsiteX0" fmla="*/ 0 w 91050"/>
                <a:gd name="connsiteY0" fmla="*/ 27578 h 4260679"/>
                <a:gd name="connsiteX1" fmla="*/ 91050 w 91050"/>
                <a:gd name="connsiteY1" fmla="*/ 0 h 4260679"/>
                <a:gd name="connsiteX2" fmla="*/ 0 w 91050"/>
                <a:gd name="connsiteY2" fmla="*/ 4260679 h 4260679"/>
                <a:gd name="connsiteX3" fmla="*/ 0 w 91050"/>
                <a:gd name="connsiteY3" fmla="*/ 27578 h 4260679"/>
                <a:gd name="connsiteX0" fmla="*/ 0 w 91050"/>
                <a:gd name="connsiteY0" fmla="*/ 27578 h 4260679"/>
                <a:gd name="connsiteX1" fmla="*/ 91050 w 91050"/>
                <a:gd name="connsiteY1" fmla="*/ 0 h 4260679"/>
                <a:gd name="connsiteX2" fmla="*/ 0 w 91050"/>
                <a:gd name="connsiteY2" fmla="*/ 4260679 h 4260679"/>
                <a:gd name="connsiteX3" fmla="*/ 0 w 91050"/>
                <a:gd name="connsiteY3" fmla="*/ 27578 h 4260679"/>
                <a:gd name="connsiteX0" fmla="*/ 6703 w 97753"/>
                <a:gd name="connsiteY0" fmla="*/ 27578 h 4260679"/>
                <a:gd name="connsiteX1" fmla="*/ 97753 w 97753"/>
                <a:gd name="connsiteY1" fmla="*/ 0 h 4260679"/>
                <a:gd name="connsiteX2" fmla="*/ 6703 w 97753"/>
                <a:gd name="connsiteY2" fmla="*/ 4260679 h 4260679"/>
                <a:gd name="connsiteX3" fmla="*/ 6703 w 97753"/>
                <a:gd name="connsiteY3" fmla="*/ 27578 h 4260679"/>
                <a:gd name="connsiteX0" fmla="*/ 6703 w 97753"/>
                <a:gd name="connsiteY0" fmla="*/ 27578 h 4260679"/>
                <a:gd name="connsiteX1" fmla="*/ 97753 w 97753"/>
                <a:gd name="connsiteY1" fmla="*/ 0 h 4260679"/>
                <a:gd name="connsiteX2" fmla="*/ 6703 w 97753"/>
                <a:gd name="connsiteY2" fmla="*/ 4260679 h 4260679"/>
                <a:gd name="connsiteX3" fmla="*/ 6703 w 97753"/>
                <a:gd name="connsiteY3" fmla="*/ 27578 h 4260679"/>
                <a:gd name="connsiteX0" fmla="*/ 6703 w 97753"/>
                <a:gd name="connsiteY0" fmla="*/ 27578 h 4260679"/>
                <a:gd name="connsiteX1" fmla="*/ 97753 w 97753"/>
                <a:gd name="connsiteY1" fmla="*/ 0 h 4260679"/>
                <a:gd name="connsiteX2" fmla="*/ 6703 w 97753"/>
                <a:gd name="connsiteY2" fmla="*/ 4260679 h 4260679"/>
                <a:gd name="connsiteX3" fmla="*/ 6703 w 97753"/>
                <a:gd name="connsiteY3" fmla="*/ 27578 h 4260679"/>
                <a:gd name="connsiteX0" fmla="*/ 25745 w 97753"/>
                <a:gd name="connsiteY0" fmla="*/ 1 h 4233102"/>
                <a:gd name="connsiteX1" fmla="*/ 97753 w 97753"/>
                <a:gd name="connsiteY1" fmla="*/ 61420 h 4233102"/>
                <a:gd name="connsiteX2" fmla="*/ 25745 w 97753"/>
                <a:gd name="connsiteY2" fmla="*/ 4233102 h 4233102"/>
                <a:gd name="connsiteX3" fmla="*/ 25745 w 97753"/>
                <a:gd name="connsiteY3" fmla="*/ 1 h 4233102"/>
                <a:gd name="connsiteX0" fmla="*/ 24478 w 97753"/>
                <a:gd name="connsiteY0" fmla="*/ 8201 h 4241302"/>
                <a:gd name="connsiteX1" fmla="*/ 97753 w 97753"/>
                <a:gd name="connsiteY1" fmla="*/ 0 h 4241302"/>
                <a:gd name="connsiteX2" fmla="*/ 24478 w 97753"/>
                <a:gd name="connsiteY2" fmla="*/ 4241302 h 4241302"/>
                <a:gd name="connsiteX3" fmla="*/ 24478 w 97753"/>
                <a:gd name="connsiteY3" fmla="*/ 8201 h 4241302"/>
                <a:gd name="connsiteX0" fmla="*/ 24478 w 97753"/>
                <a:gd name="connsiteY0" fmla="*/ 8201 h 4241302"/>
                <a:gd name="connsiteX1" fmla="*/ 97753 w 97753"/>
                <a:gd name="connsiteY1" fmla="*/ 0 h 4241302"/>
                <a:gd name="connsiteX2" fmla="*/ 24478 w 97753"/>
                <a:gd name="connsiteY2" fmla="*/ 4241302 h 4241302"/>
                <a:gd name="connsiteX3" fmla="*/ 24478 w 97753"/>
                <a:gd name="connsiteY3" fmla="*/ 8201 h 4241302"/>
                <a:gd name="connsiteX0" fmla="*/ 14176 w 87451"/>
                <a:gd name="connsiteY0" fmla="*/ 8201 h 4241302"/>
                <a:gd name="connsiteX1" fmla="*/ 87451 w 87451"/>
                <a:gd name="connsiteY1" fmla="*/ 0 h 4241302"/>
                <a:gd name="connsiteX2" fmla="*/ 14176 w 87451"/>
                <a:gd name="connsiteY2" fmla="*/ 4241302 h 4241302"/>
                <a:gd name="connsiteX3" fmla="*/ 14176 w 87451"/>
                <a:gd name="connsiteY3" fmla="*/ 8201 h 4241302"/>
                <a:gd name="connsiteX0" fmla="*/ 14176 w 87451"/>
                <a:gd name="connsiteY0" fmla="*/ 8201 h 4001504"/>
                <a:gd name="connsiteX1" fmla="*/ 87451 w 87451"/>
                <a:gd name="connsiteY1" fmla="*/ 0 h 4001504"/>
                <a:gd name="connsiteX2" fmla="*/ 18941 w 87451"/>
                <a:gd name="connsiteY2" fmla="*/ 4001504 h 4001504"/>
                <a:gd name="connsiteX3" fmla="*/ 14176 w 87451"/>
                <a:gd name="connsiteY3" fmla="*/ 8201 h 4001504"/>
                <a:gd name="connsiteX0" fmla="*/ 14176 w 87451"/>
                <a:gd name="connsiteY0" fmla="*/ 8201 h 3875955"/>
                <a:gd name="connsiteX1" fmla="*/ 87451 w 87451"/>
                <a:gd name="connsiteY1" fmla="*/ 0 h 3875955"/>
                <a:gd name="connsiteX2" fmla="*/ 7278 w 87451"/>
                <a:gd name="connsiteY2" fmla="*/ 3875955 h 3875955"/>
                <a:gd name="connsiteX3" fmla="*/ 14176 w 87451"/>
                <a:gd name="connsiteY3" fmla="*/ 8201 h 3875955"/>
                <a:gd name="connsiteX0" fmla="*/ 14176 w 87451"/>
                <a:gd name="connsiteY0" fmla="*/ 8201 h 3961135"/>
                <a:gd name="connsiteX1" fmla="*/ 87451 w 87451"/>
                <a:gd name="connsiteY1" fmla="*/ 0 h 3961135"/>
                <a:gd name="connsiteX2" fmla="*/ 16239 w 87451"/>
                <a:gd name="connsiteY2" fmla="*/ 3961135 h 3961135"/>
                <a:gd name="connsiteX3" fmla="*/ 14176 w 87451"/>
                <a:gd name="connsiteY3" fmla="*/ 8201 h 3961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51" h="3961135">
                  <a:moveTo>
                    <a:pt x="14176" y="8201"/>
                  </a:moveTo>
                  <a:lnTo>
                    <a:pt x="87451" y="0"/>
                  </a:lnTo>
                  <a:cubicBezTo>
                    <a:pt x="0" y="2301293"/>
                    <a:pt x="31791" y="2848354"/>
                    <a:pt x="16239" y="3961135"/>
                  </a:cubicBezTo>
                  <a:cubicBezTo>
                    <a:pt x="14651" y="2630034"/>
                    <a:pt x="15764" y="1339302"/>
                    <a:pt x="14176" y="82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50000"/>
                    <a:alpha val="56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7" name="Rectangle 16"/>
            <p:cNvSpPr/>
            <p:nvPr userDrawn="1"/>
          </p:nvSpPr>
          <p:spPr bwMode="gray">
            <a:xfrm rot="4680000">
              <a:off x="8750808" y="210312"/>
              <a:ext cx="301752" cy="374904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 rot="4680000">
              <a:off x="8220456" y="155448"/>
              <a:ext cx="301752" cy="704088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BBF3-84B6-43B3-BD51-448C3D0981B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600201"/>
            <a:ext cx="10813143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096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 bwMode="gray">
          <a:xfrm>
            <a:off x="0" y="4718304"/>
            <a:ext cx="12192000" cy="172821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999232"/>
            <a:ext cx="8388096" cy="149961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FB59E-D264-482E-93F1-7146AE60A1F6}" type="datetime1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BBF3-84B6-43B3-BD51-448C3D0981BF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 bwMode="gray">
          <a:xfrm>
            <a:off x="9448800" y="3465576"/>
            <a:ext cx="984069" cy="1640146"/>
            <a:chOff x="6869341" y="609600"/>
            <a:chExt cx="738052" cy="1640146"/>
          </a:xfrm>
        </p:grpSpPr>
        <p:sp>
          <p:nvSpPr>
            <p:cNvPr id="8" name="Rectangle 7"/>
            <p:cNvSpPr/>
            <p:nvPr userDrawn="1"/>
          </p:nvSpPr>
          <p:spPr bwMode="gray">
            <a:xfrm rot="360000">
              <a:off x="7397081" y="748488"/>
              <a:ext cx="210312" cy="1444752"/>
            </a:xfrm>
            <a:prstGeom prst="rect">
              <a:avLst/>
            </a:prstGeom>
            <a:gradFill>
              <a:gsLst>
                <a:gs pos="0">
                  <a:schemeClr val="bg1">
                    <a:lumMod val="50000"/>
                  </a:schemeClr>
                </a:gs>
                <a:gs pos="35000">
                  <a:schemeClr val="bg1">
                    <a:lumMod val="50000"/>
                    <a:alpha val="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grpSp>
          <p:nvGrpSpPr>
            <p:cNvPr id="9" name="Group 18"/>
            <p:cNvGrpSpPr/>
            <p:nvPr userDrawn="1"/>
          </p:nvGrpSpPr>
          <p:grpSpPr bwMode="gray">
            <a:xfrm>
              <a:off x="6869341" y="609600"/>
              <a:ext cx="586829" cy="1640146"/>
              <a:chOff x="6850291" y="609600"/>
              <a:chExt cx="586829" cy="1640146"/>
            </a:xfrm>
          </p:grpSpPr>
          <p:sp>
            <p:nvSpPr>
              <p:cNvPr id="10" name="Rectangle 9"/>
              <p:cNvSpPr/>
              <p:nvPr userDrawn="1"/>
            </p:nvSpPr>
            <p:spPr bwMode="gray">
              <a:xfrm rot="360000">
                <a:off x="6934200" y="609600"/>
                <a:ext cx="502920" cy="5760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1" name="Rectangle 10"/>
              <p:cNvSpPr/>
              <p:nvPr userDrawn="1"/>
            </p:nvSpPr>
            <p:spPr bwMode="gray">
              <a:xfrm rot="360000">
                <a:off x="6850291" y="1179898"/>
                <a:ext cx="502920" cy="106984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grpSp>
        <p:nvGrpSpPr>
          <p:cNvPr id="12" name="Group 11"/>
          <p:cNvGrpSpPr/>
          <p:nvPr/>
        </p:nvGrpSpPr>
        <p:grpSpPr bwMode="gray">
          <a:xfrm>
            <a:off x="10277857" y="3831336"/>
            <a:ext cx="1005068" cy="1637570"/>
            <a:chOff x="7946136" y="1106424"/>
            <a:chExt cx="753801" cy="1637570"/>
          </a:xfrm>
        </p:grpSpPr>
        <p:sp>
          <p:nvSpPr>
            <p:cNvPr id="13" name="Rectangle 12"/>
            <p:cNvSpPr/>
            <p:nvPr userDrawn="1"/>
          </p:nvSpPr>
          <p:spPr bwMode="gray">
            <a:xfrm rot="600000">
              <a:off x="8489625" y="1245312"/>
              <a:ext cx="210312" cy="1444752"/>
            </a:xfrm>
            <a:prstGeom prst="rect">
              <a:avLst/>
            </a:prstGeom>
            <a:gradFill>
              <a:gsLst>
                <a:gs pos="0">
                  <a:schemeClr val="bg1">
                    <a:lumMod val="50000"/>
                  </a:schemeClr>
                </a:gs>
                <a:gs pos="35000">
                  <a:schemeClr val="bg1">
                    <a:lumMod val="50000"/>
                    <a:alpha val="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 userDrawn="1"/>
          </p:nvSpPr>
          <p:spPr bwMode="gray">
            <a:xfrm rot="600000">
              <a:off x="8083296" y="1106424"/>
              <a:ext cx="502920" cy="5760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/>
            <p:cNvSpPr/>
            <p:nvPr userDrawn="1"/>
          </p:nvSpPr>
          <p:spPr bwMode="gray">
            <a:xfrm rot="600000">
              <a:off x="7946136" y="1674146"/>
              <a:ext cx="502920" cy="1069848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0" name="Group 19"/>
          <p:cNvGrpSpPr/>
          <p:nvPr/>
        </p:nvGrpSpPr>
        <p:grpSpPr bwMode="gray">
          <a:xfrm>
            <a:off x="0" y="4575048"/>
            <a:ext cx="12192000" cy="120460"/>
            <a:chOff x="0" y="1810512"/>
            <a:chExt cx="9144000" cy="120460"/>
          </a:xfrm>
        </p:grpSpPr>
        <p:cxnSp>
          <p:nvCxnSpPr>
            <p:cNvPr id="16" name="Straight Connector 15"/>
            <p:cNvCxnSpPr/>
            <p:nvPr userDrawn="1"/>
          </p:nvCxnSpPr>
          <p:spPr bwMode="gray">
            <a:xfrm>
              <a:off x="0" y="1810512"/>
              <a:ext cx="9144000" cy="1588"/>
            </a:xfrm>
            <a:prstGeom prst="line">
              <a:avLst/>
            </a:prstGeom>
            <a:ln w="9525">
              <a:solidFill>
                <a:schemeClr val="bg2">
                  <a:lumMod val="75000"/>
                </a:schemeClr>
              </a:solidFill>
            </a:ln>
            <a:effectLst>
              <a:outerShdw dist="25400" dir="5400000" algn="ctr" rotWithShape="0">
                <a:srgbClr val="00000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 bwMode="gray">
            <a:xfrm>
              <a:off x="0" y="1865376"/>
              <a:ext cx="9144000" cy="1588"/>
            </a:xfrm>
            <a:prstGeom prst="line">
              <a:avLst/>
            </a:prstGeom>
            <a:ln w="9525">
              <a:solidFill>
                <a:schemeClr val="bg2">
                  <a:lumMod val="75000"/>
                </a:schemeClr>
              </a:solidFill>
            </a:ln>
            <a:effectLst>
              <a:outerShdw dist="25400" dir="5400000" algn="ctr" rotWithShape="0">
                <a:srgbClr val="00000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 bwMode="gray">
            <a:xfrm>
              <a:off x="0" y="1929384"/>
              <a:ext cx="9144000" cy="1588"/>
            </a:xfrm>
            <a:prstGeom prst="line">
              <a:avLst/>
            </a:prstGeom>
            <a:ln w="9525">
              <a:solidFill>
                <a:schemeClr val="bg2">
                  <a:lumMod val="75000"/>
                </a:schemeClr>
              </a:solidFill>
            </a:ln>
            <a:effectLst>
              <a:outerShdw dist="25400" dir="5400000" algn="ctr" rotWithShape="0">
                <a:srgbClr val="00000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77"/>
          <p:cNvGrpSpPr>
            <a:grpSpLocks/>
          </p:cNvGrpSpPr>
          <p:nvPr/>
        </p:nvGrpSpPr>
        <p:grpSpPr bwMode="gray">
          <a:xfrm rot="5400000">
            <a:off x="605028" y="4872228"/>
            <a:ext cx="1069848" cy="1328928"/>
            <a:chOff x="42" y="4085"/>
            <a:chExt cx="224" cy="224"/>
          </a:xfrm>
          <a:solidFill>
            <a:schemeClr val="bg2">
              <a:alpha val="70000"/>
            </a:schemeClr>
          </a:solidFill>
        </p:grpSpPr>
        <p:sp>
          <p:nvSpPr>
            <p:cNvPr id="22" name="Freeform 278"/>
            <p:cNvSpPr>
              <a:spLocks/>
            </p:cNvSpPr>
            <p:nvPr userDrawn="1"/>
          </p:nvSpPr>
          <p:spPr bwMode="gray">
            <a:xfrm>
              <a:off x="89" y="4127"/>
              <a:ext cx="136" cy="142"/>
            </a:xfrm>
            <a:custGeom>
              <a:avLst/>
              <a:gdLst/>
              <a:ahLst/>
              <a:cxnLst>
                <a:cxn ang="0">
                  <a:pos x="226" y="24"/>
                </a:cxn>
                <a:cxn ang="0">
                  <a:pos x="7" y="311"/>
                </a:cxn>
                <a:cxn ang="0">
                  <a:pos x="30" y="389"/>
                </a:cxn>
                <a:cxn ang="0">
                  <a:pos x="124" y="402"/>
                </a:cxn>
                <a:cxn ang="0">
                  <a:pos x="193" y="317"/>
                </a:cxn>
                <a:cxn ang="0">
                  <a:pos x="193" y="524"/>
                </a:cxn>
                <a:cxn ang="0">
                  <a:pos x="276" y="585"/>
                </a:cxn>
                <a:cxn ang="0">
                  <a:pos x="363" y="522"/>
                </a:cxn>
                <a:cxn ang="0">
                  <a:pos x="363" y="305"/>
                </a:cxn>
                <a:cxn ang="0">
                  <a:pos x="447" y="405"/>
                </a:cxn>
                <a:cxn ang="0">
                  <a:pos x="534" y="398"/>
                </a:cxn>
                <a:cxn ang="0">
                  <a:pos x="562" y="320"/>
                </a:cxn>
                <a:cxn ang="0">
                  <a:pos x="331" y="17"/>
                </a:cxn>
                <a:cxn ang="0">
                  <a:pos x="280" y="2"/>
                </a:cxn>
                <a:cxn ang="0">
                  <a:pos x="226" y="24"/>
                </a:cxn>
              </a:cxnLst>
              <a:rect l="0" t="0" r="r" b="b"/>
              <a:pathLst>
                <a:path w="562" h="587">
                  <a:moveTo>
                    <a:pt x="226" y="24"/>
                  </a:moveTo>
                  <a:cubicBezTo>
                    <a:pt x="181" y="76"/>
                    <a:pt x="40" y="250"/>
                    <a:pt x="7" y="311"/>
                  </a:cubicBezTo>
                  <a:cubicBezTo>
                    <a:pt x="0" y="350"/>
                    <a:pt x="11" y="361"/>
                    <a:pt x="30" y="389"/>
                  </a:cubicBezTo>
                  <a:cubicBezTo>
                    <a:pt x="49" y="417"/>
                    <a:pt x="87" y="422"/>
                    <a:pt x="124" y="402"/>
                  </a:cubicBezTo>
                  <a:lnTo>
                    <a:pt x="193" y="317"/>
                  </a:lnTo>
                  <a:lnTo>
                    <a:pt x="193" y="524"/>
                  </a:lnTo>
                  <a:cubicBezTo>
                    <a:pt x="207" y="569"/>
                    <a:pt x="248" y="585"/>
                    <a:pt x="276" y="585"/>
                  </a:cubicBezTo>
                  <a:cubicBezTo>
                    <a:pt x="315" y="587"/>
                    <a:pt x="350" y="568"/>
                    <a:pt x="363" y="522"/>
                  </a:cubicBezTo>
                  <a:lnTo>
                    <a:pt x="363" y="305"/>
                  </a:lnTo>
                  <a:lnTo>
                    <a:pt x="447" y="405"/>
                  </a:lnTo>
                  <a:cubicBezTo>
                    <a:pt x="475" y="420"/>
                    <a:pt x="515" y="412"/>
                    <a:pt x="534" y="398"/>
                  </a:cubicBezTo>
                  <a:cubicBezTo>
                    <a:pt x="553" y="384"/>
                    <a:pt x="562" y="357"/>
                    <a:pt x="562" y="320"/>
                  </a:cubicBezTo>
                  <a:cubicBezTo>
                    <a:pt x="446" y="168"/>
                    <a:pt x="331" y="17"/>
                    <a:pt x="331" y="17"/>
                  </a:cubicBezTo>
                  <a:cubicBezTo>
                    <a:pt x="303" y="0"/>
                    <a:pt x="296" y="2"/>
                    <a:pt x="280" y="2"/>
                  </a:cubicBezTo>
                  <a:cubicBezTo>
                    <a:pt x="264" y="2"/>
                    <a:pt x="247" y="6"/>
                    <a:pt x="226" y="24"/>
                  </a:cubicBezTo>
                  <a:close/>
                </a:path>
              </a:pathLst>
            </a:custGeom>
            <a:grpFill/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3" name="AutoShape 279"/>
            <p:cNvSpPr>
              <a:spLocks noChangeArrowheads="1"/>
            </p:cNvSpPr>
            <p:nvPr userDrawn="1"/>
          </p:nvSpPr>
          <p:spPr bwMode="gray">
            <a:xfrm>
              <a:off x="42" y="4085"/>
              <a:ext cx="224" cy="224"/>
            </a:xfrm>
            <a:custGeom>
              <a:avLst/>
              <a:gdLst>
                <a:gd name="G0" fmla="+- 2121 0 0"/>
                <a:gd name="G1" fmla="+- 21600 0 2121"/>
                <a:gd name="G2" fmla="+- 21600 0 2121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121" y="10800"/>
                  </a:moveTo>
                  <a:cubicBezTo>
                    <a:pt x="2121" y="15593"/>
                    <a:pt x="6007" y="19479"/>
                    <a:pt x="10800" y="19479"/>
                  </a:cubicBezTo>
                  <a:cubicBezTo>
                    <a:pt x="15593" y="19479"/>
                    <a:pt x="19479" y="15593"/>
                    <a:pt x="19479" y="10800"/>
                  </a:cubicBezTo>
                  <a:cubicBezTo>
                    <a:pt x="19479" y="6007"/>
                    <a:pt x="15593" y="2121"/>
                    <a:pt x="10800" y="2121"/>
                  </a:cubicBezTo>
                  <a:cubicBezTo>
                    <a:pt x="6007" y="2121"/>
                    <a:pt x="2121" y="6007"/>
                    <a:pt x="2121" y="10800"/>
                  </a:cubicBezTo>
                  <a:close/>
                </a:path>
              </a:pathLst>
            </a:custGeom>
            <a:grpFill/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9488" y="4855465"/>
            <a:ext cx="9314688" cy="1362075"/>
          </a:xfrm>
        </p:spPr>
        <p:txBody>
          <a:bodyPr anchor="ctr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41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0560" y="1600199"/>
            <a:ext cx="5145024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98464" y="1600199"/>
            <a:ext cx="5145024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FBA2B-BC38-46A9-B213-38C3FA6B6EFA}" type="datetime1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Rectangle 7"/>
          <p:cNvSpPr/>
          <p:nvPr/>
        </p:nvSpPr>
        <p:spPr bwMode="gray">
          <a:xfrm>
            <a:off x="11472672" y="0"/>
            <a:ext cx="719328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11460480" y="0"/>
            <a:ext cx="52425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2" name="Group 9"/>
          <p:cNvGrpSpPr/>
          <p:nvPr/>
        </p:nvGrpSpPr>
        <p:grpSpPr bwMode="gray">
          <a:xfrm>
            <a:off x="10692384" y="246889"/>
            <a:ext cx="1426464" cy="490035"/>
            <a:chOff x="8019288" y="246888"/>
            <a:chExt cx="1069848" cy="490035"/>
          </a:xfrm>
        </p:grpSpPr>
        <p:sp>
          <p:nvSpPr>
            <p:cNvPr id="11" name="Freeform 10"/>
            <p:cNvSpPr/>
            <p:nvPr userDrawn="1"/>
          </p:nvSpPr>
          <p:spPr bwMode="gray">
            <a:xfrm rot="4680000">
              <a:off x="8513063" y="174567"/>
              <a:ext cx="137160" cy="987552"/>
            </a:xfrm>
            <a:custGeom>
              <a:avLst/>
              <a:gdLst>
                <a:gd name="connsiteX0" fmla="*/ 0 w 210312"/>
                <a:gd name="connsiteY0" fmla="*/ 0 h 4233101"/>
                <a:gd name="connsiteX1" fmla="*/ 210312 w 210312"/>
                <a:gd name="connsiteY1" fmla="*/ 0 h 4233101"/>
                <a:gd name="connsiteX2" fmla="*/ 210312 w 210312"/>
                <a:gd name="connsiteY2" fmla="*/ 4233101 h 4233101"/>
                <a:gd name="connsiteX3" fmla="*/ 0 w 210312"/>
                <a:gd name="connsiteY3" fmla="*/ 4233101 h 4233101"/>
                <a:gd name="connsiteX4" fmla="*/ 0 w 210312"/>
                <a:gd name="connsiteY4" fmla="*/ 0 h 4233101"/>
                <a:gd name="connsiteX0" fmla="*/ 0 w 210312"/>
                <a:gd name="connsiteY0" fmla="*/ 0 h 4233101"/>
                <a:gd name="connsiteX1" fmla="*/ 210312 w 210312"/>
                <a:gd name="connsiteY1" fmla="*/ 0 h 4233101"/>
                <a:gd name="connsiteX2" fmla="*/ 0 w 210312"/>
                <a:gd name="connsiteY2" fmla="*/ 4233101 h 4233101"/>
                <a:gd name="connsiteX3" fmla="*/ 0 w 210312"/>
                <a:gd name="connsiteY3" fmla="*/ 0 h 4233101"/>
                <a:gd name="connsiteX0" fmla="*/ 0 w 91050"/>
                <a:gd name="connsiteY0" fmla="*/ 27578 h 4260679"/>
                <a:gd name="connsiteX1" fmla="*/ 91050 w 91050"/>
                <a:gd name="connsiteY1" fmla="*/ 0 h 4260679"/>
                <a:gd name="connsiteX2" fmla="*/ 0 w 91050"/>
                <a:gd name="connsiteY2" fmla="*/ 4260679 h 4260679"/>
                <a:gd name="connsiteX3" fmla="*/ 0 w 91050"/>
                <a:gd name="connsiteY3" fmla="*/ 27578 h 4260679"/>
                <a:gd name="connsiteX0" fmla="*/ 0 w 91050"/>
                <a:gd name="connsiteY0" fmla="*/ 27578 h 4260679"/>
                <a:gd name="connsiteX1" fmla="*/ 91050 w 91050"/>
                <a:gd name="connsiteY1" fmla="*/ 0 h 4260679"/>
                <a:gd name="connsiteX2" fmla="*/ 0 w 91050"/>
                <a:gd name="connsiteY2" fmla="*/ 4260679 h 4260679"/>
                <a:gd name="connsiteX3" fmla="*/ 0 w 91050"/>
                <a:gd name="connsiteY3" fmla="*/ 27578 h 4260679"/>
                <a:gd name="connsiteX0" fmla="*/ 6703 w 97753"/>
                <a:gd name="connsiteY0" fmla="*/ 27578 h 4260679"/>
                <a:gd name="connsiteX1" fmla="*/ 97753 w 97753"/>
                <a:gd name="connsiteY1" fmla="*/ 0 h 4260679"/>
                <a:gd name="connsiteX2" fmla="*/ 6703 w 97753"/>
                <a:gd name="connsiteY2" fmla="*/ 4260679 h 4260679"/>
                <a:gd name="connsiteX3" fmla="*/ 6703 w 97753"/>
                <a:gd name="connsiteY3" fmla="*/ 27578 h 4260679"/>
                <a:gd name="connsiteX0" fmla="*/ 6703 w 97753"/>
                <a:gd name="connsiteY0" fmla="*/ 27578 h 4260679"/>
                <a:gd name="connsiteX1" fmla="*/ 97753 w 97753"/>
                <a:gd name="connsiteY1" fmla="*/ 0 h 4260679"/>
                <a:gd name="connsiteX2" fmla="*/ 6703 w 97753"/>
                <a:gd name="connsiteY2" fmla="*/ 4260679 h 4260679"/>
                <a:gd name="connsiteX3" fmla="*/ 6703 w 97753"/>
                <a:gd name="connsiteY3" fmla="*/ 27578 h 4260679"/>
                <a:gd name="connsiteX0" fmla="*/ 6703 w 97753"/>
                <a:gd name="connsiteY0" fmla="*/ 27578 h 4260679"/>
                <a:gd name="connsiteX1" fmla="*/ 97753 w 97753"/>
                <a:gd name="connsiteY1" fmla="*/ 0 h 4260679"/>
                <a:gd name="connsiteX2" fmla="*/ 6703 w 97753"/>
                <a:gd name="connsiteY2" fmla="*/ 4260679 h 4260679"/>
                <a:gd name="connsiteX3" fmla="*/ 6703 w 97753"/>
                <a:gd name="connsiteY3" fmla="*/ 27578 h 4260679"/>
                <a:gd name="connsiteX0" fmla="*/ 25745 w 97753"/>
                <a:gd name="connsiteY0" fmla="*/ 1 h 4233102"/>
                <a:gd name="connsiteX1" fmla="*/ 97753 w 97753"/>
                <a:gd name="connsiteY1" fmla="*/ 61420 h 4233102"/>
                <a:gd name="connsiteX2" fmla="*/ 25745 w 97753"/>
                <a:gd name="connsiteY2" fmla="*/ 4233102 h 4233102"/>
                <a:gd name="connsiteX3" fmla="*/ 25745 w 97753"/>
                <a:gd name="connsiteY3" fmla="*/ 1 h 4233102"/>
                <a:gd name="connsiteX0" fmla="*/ 24478 w 97753"/>
                <a:gd name="connsiteY0" fmla="*/ 8201 h 4241302"/>
                <a:gd name="connsiteX1" fmla="*/ 97753 w 97753"/>
                <a:gd name="connsiteY1" fmla="*/ 0 h 4241302"/>
                <a:gd name="connsiteX2" fmla="*/ 24478 w 97753"/>
                <a:gd name="connsiteY2" fmla="*/ 4241302 h 4241302"/>
                <a:gd name="connsiteX3" fmla="*/ 24478 w 97753"/>
                <a:gd name="connsiteY3" fmla="*/ 8201 h 4241302"/>
                <a:gd name="connsiteX0" fmla="*/ 24478 w 97753"/>
                <a:gd name="connsiteY0" fmla="*/ 8201 h 4241302"/>
                <a:gd name="connsiteX1" fmla="*/ 97753 w 97753"/>
                <a:gd name="connsiteY1" fmla="*/ 0 h 4241302"/>
                <a:gd name="connsiteX2" fmla="*/ 24478 w 97753"/>
                <a:gd name="connsiteY2" fmla="*/ 4241302 h 4241302"/>
                <a:gd name="connsiteX3" fmla="*/ 24478 w 97753"/>
                <a:gd name="connsiteY3" fmla="*/ 8201 h 4241302"/>
                <a:gd name="connsiteX0" fmla="*/ 14176 w 87451"/>
                <a:gd name="connsiteY0" fmla="*/ 8201 h 4241302"/>
                <a:gd name="connsiteX1" fmla="*/ 87451 w 87451"/>
                <a:gd name="connsiteY1" fmla="*/ 0 h 4241302"/>
                <a:gd name="connsiteX2" fmla="*/ 14176 w 87451"/>
                <a:gd name="connsiteY2" fmla="*/ 4241302 h 4241302"/>
                <a:gd name="connsiteX3" fmla="*/ 14176 w 87451"/>
                <a:gd name="connsiteY3" fmla="*/ 8201 h 4241302"/>
                <a:gd name="connsiteX0" fmla="*/ 14176 w 87451"/>
                <a:gd name="connsiteY0" fmla="*/ 8201 h 4001504"/>
                <a:gd name="connsiteX1" fmla="*/ 87451 w 87451"/>
                <a:gd name="connsiteY1" fmla="*/ 0 h 4001504"/>
                <a:gd name="connsiteX2" fmla="*/ 18941 w 87451"/>
                <a:gd name="connsiteY2" fmla="*/ 4001504 h 4001504"/>
                <a:gd name="connsiteX3" fmla="*/ 14176 w 87451"/>
                <a:gd name="connsiteY3" fmla="*/ 8201 h 4001504"/>
                <a:gd name="connsiteX0" fmla="*/ 14176 w 87451"/>
                <a:gd name="connsiteY0" fmla="*/ 8201 h 3875955"/>
                <a:gd name="connsiteX1" fmla="*/ 87451 w 87451"/>
                <a:gd name="connsiteY1" fmla="*/ 0 h 3875955"/>
                <a:gd name="connsiteX2" fmla="*/ 7278 w 87451"/>
                <a:gd name="connsiteY2" fmla="*/ 3875955 h 3875955"/>
                <a:gd name="connsiteX3" fmla="*/ 14176 w 87451"/>
                <a:gd name="connsiteY3" fmla="*/ 8201 h 3875955"/>
                <a:gd name="connsiteX0" fmla="*/ 14176 w 87451"/>
                <a:gd name="connsiteY0" fmla="*/ 8201 h 3961135"/>
                <a:gd name="connsiteX1" fmla="*/ 87451 w 87451"/>
                <a:gd name="connsiteY1" fmla="*/ 0 h 3961135"/>
                <a:gd name="connsiteX2" fmla="*/ 16239 w 87451"/>
                <a:gd name="connsiteY2" fmla="*/ 3961135 h 3961135"/>
                <a:gd name="connsiteX3" fmla="*/ 14176 w 87451"/>
                <a:gd name="connsiteY3" fmla="*/ 8201 h 3961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51" h="3961135">
                  <a:moveTo>
                    <a:pt x="14176" y="8201"/>
                  </a:moveTo>
                  <a:lnTo>
                    <a:pt x="87451" y="0"/>
                  </a:lnTo>
                  <a:cubicBezTo>
                    <a:pt x="0" y="2301293"/>
                    <a:pt x="31791" y="2848354"/>
                    <a:pt x="16239" y="3961135"/>
                  </a:cubicBezTo>
                  <a:cubicBezTo>
                    <a:pt x="14651" y="2630034"/>
                    <a:pt x="15764" y="1339302"/>
                    <a:pt x="14176" y="82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50000"/>
                    <a:alpha val="56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2" name="Rectangle 11"/>
            <p:cNvSpPr/>
            <p:nvPr userDrawn="1"/>
          </p:nvSpPr>
          <p:spPr bwMode="gray">
            <a:xfrm rot="4680000">
              <a:off x="8750808" y="210312"/>
              <a:ext cx="301752" cy="374904"/>
            </a:xfrm>
            <a:prstGeom prst="rect">
              <a:avLst/>
            </a:prstGeom>
            <a:solidFill>
              <a:schemeClr val="accent2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/>
            <p:cNvSpPr/>
            <p:nvPr userDrawn="1"/>
          </p:nvSpPr>
          <p:spPr bwMode="gray">
            <a:xfrm rot="4680000">
              <a:off x="8220456" y="155448"/>
              <a:ext cx="301752" cy="704088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cxnSp>
        <p:nvCxnSpPr>
          <p:cNvPr id="14" name="Straight Connector 13"/>
          <p:cNvCxnSpPr/>
          <p:nvPr/>
        </p:nvCxnSpPr>
        <p:spPr bwMode="gray">
          <a:xfrm>
            <a:off x="0" y="1316736"/>
            <a:ext cx="11436096" cy="1588"/>
          </a:xfrm>
          <a:prstGeom prst="line">
            <a:avLst/>
          </a:prstGeom>
          <a:ln w="9525">
            <a:solidFill>
              <a:schemeClr val="bg2">
                <a:lumMod val="75000"/>
              </a:schemeClr>
            </a:solidFill>
          </a:ln>
          <a:effectLst>
            <a:outerShdw dist="254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BBF3-84B6-43B3-BD51-448C3D0981B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090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gray">
          <a:xfrm>
            <a:off x="0" y="0"/>
            <a:ext cx="12192000" cy="1143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024" y="1535113"/>
            <a:ext cx="5242560" cy="639762"/>
          </a:xfrm>
          <a:solidFill>
            <a:srgbClr val="77933C">
              <a:alpha val="20000"/>
            </a:srgb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3024" y="2267712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6416" y="1535113"/>
            <a:ext cx="5242560" cy="639762"/>
          </a:xfrm>
          <a:solidFill>
            <a:srgbClr val="E46C0A">
              <a:alpha val="20000"/>
            </a:srgb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6416" y="2267712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95DDE-8B48-469B-A917-53975DCA645F}" type="datetime1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BBF3-84B6-43B3-BD51-448C3D0981BF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2" name="Group 10"/>
          <p:cNvGrpSpPr/>
          <p:nvPr/>
        </p:nvGrpSpPr>
        <p:grpSpPr bwMode="gray">
          <a:xfrm>
            <a:off x="0" y="1143000"/>
            <a:ext cx="12192000" cy="120460"/>
            <a:chOff x="0" y="1810512"/>
            <a:chExt cx="9144000" cy="120460"/>
          </a:xfrm>
        </p:grpSpPr>
        <p:cxnSp>
          <p:nvCxnSpPr>
            <p:cNvPr id="12" name="Straight Connector 11"/>
            <p:cNvCxnSpPr/>
            <p:nvPr userDrawn="1"/>
          </p:nvCxnSpPr>
          <p:spPr bwMode="gray">
            <a:xfrm>
              <a:off x="0" y="1810512"/>
              <a:ext cx="9144000" cy="1588"/>
            </a:xfrm>
            <a:prstGeom prst="line">
              <a:avLst/>
            </a:prstGeom>
            <a:ln w="9525">
              <a:solidFill>
                <a:schemeClr val="bg2">
                  <a:lumMod val="75000"/>
                </a:schemeClr>
              </a:solidFill>
            </a:ln>
            <a:effectLst>
              <a:outerShdw dist="25400" dir="5400000" algn="ctr" rotWithShape="0">
                <a:srgbClr val="00000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 bwMode="gray">
            <a:xfrm>
              <a:off x="0" y="1865376"/>
              <a:ext cx="9144000" cy="1588"/>
            </a:xfrm>
            <a:prstGeom prst="line">
              <a:avLst/>
            </a:prstGeom>
            <a:ln w="9525">
              <a:solidFill>
                <a:schemeClr val="bg2">
                  <a:lumMod val="75000"/>
                </a:schemeClr>
              </a:solidFill>
            </a:ln>
            <a:effectLst>
              <a:outerShdw dist="25400" dir="5400000" algn="ctr" rotWithShape="0">
                <a:srgbClr val="00000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 bwMode="gray">
            <a:xfrm>
              <a:off x="0" y="1929384"/>
              <a:ext cx="9144000" cy="1588"/>
            </a:xfrm>
            <a:prstGeom prst="line">
              <a:avLst/>
            </a:prstGeom>
            <a:ln w="9525">
              <a:solidFill>
                <a:schemeClr val="bg2">
                  <a:lumMod val="75000"/>
                </a:schemeClr>
              </a:solidFill>
            </a:ln>
            <a:effectLst>
              <a:outerShdw dist="25400" dir="5400000" algn="ctr" rotWithShape="0">
                <a:srgbClr val="00000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277"/>
          <p:cNvGrpSpPr>
            <a:grpSpLocks/>
          </p:cNvGrpSpPr>
          <p:nvPr/>
        </p:nvGrpSpPr>
        <p:grpSpPr bwMode="gray">
          <a:xfrm rot="5400000">
            <a:off x="484632" y="39624"/>
            <a:ext cx="932688" cy="1146048"/>
            <a:chOff x="42" y="4085"/>
            <a:chExt cx="224" cy="224"/>
          </a:xfrm>
          <a:solidFill>
            <a:schemeClr val="bg2">
              <a:alpha val="70000"/>
            </a:schemeClr>
          </a:solidFill>
        </p:grpSpPr>
        <p:sp>
          <p:nvSpPr>
            <p:cNvPr id="16" name="Freeform 278"/>
            <p:cNvSpPr>
              <a:spLocks/>
            </p:cNvSpPr>
            <p:nvPr userDrawn="1"/>
          </p:nvSpPr>
          <p:spPr bwMode="gray">
            <a:xfrm>
              <a:off x="89" y="4127"/>
              <a:ext cx="136" cy="142"/>
            </a:xfrm>
            <a:custGeom>
              <a:avLst/>
              <a:gdLst/>
              <a:ahLst/>
              <a:cxnLst>
                <a:cxn ang="0">
                  <a:pos x="226" y="24"/>
                </a:cxn>
                <a:cxn ang="0">
                  <a:pos x="7" y="311"/>
                </a:cxn>
                <a:cxn ang="0">
                  <a:pos x="30" y="389"/>
                </a:cxn>
                <a:cxn ang="0">
                  <a:pos x="124" y="402"/>
                </a:cxn>
                <a:cxn ang="0">
                  <a:pos x="193" y="317"/>
                </a:cxn>
                <a:cxn ang="0">
                  <a:pos x="193" y="524"/>
                </a:cxn>
                <a:cxn ang="0">
                  <a:pos x="276" y="585"/>
                </a:cxn>
                <a:cxn ang="0">
                  <a:pos x="363" y="522"/>
                </a:cxn>
                <a:cxn ang="0">
                  <a:pos x="363" y="305"/>
                </a:cxn>
                <a:cxn ang="0">
                  <a:pos x="447" y="405"/>
                </a:cxn>
                <a:cxn ang="0">
                  <a:pos x="534" y="398"/>
                </a:cxn>
                <a:cxn ang="0">
                  <a:pos x="562" y="320"/>
                </a:cxn>
                <a:cxn ang="0">
                  <a:pos x="331" y="17"/>
                </a:cxn>
                <a:cxn ang="0">
                  <a:pos x="280" y="2"/>
                </a:cxn>
                <a:cxn ang="0">
                  <a:pos x="226" y="24"/>
                </a:cxn>
              </a:cxnLst>
              <a:rect l="0" t="0" r="r" b="b"/>
              <a:pathLst>
                <a:path w="562" h="587">
                  <a:moveTo>
                    <a:pt x="226" y="24"/>
                  </a:moveTo>
                  <a:cubicBezTo>
                    <a:pt x="181" y="76"/>
                    <a:pt x="40" y="250"/>
                    <a:pt x="7" y="311"/>
                  </a:cubicBezTo>
                  <a:cubicBezTo>
                    <a:pt x="0" y="350"/>
                    <a:pt x="11" y="361"/>
                    <a:pt x="30" y="389"/>
                  </a:cubicBezTo>
                  <a:cubicBezTo>
                    <a:pt x="49" y="417"/>
                    <a:pt x="87" y="422"/>
                    <a:pt x="124" y="402"/>
                  </a:cubicBezTo>
                  <a:lnTo>
                    <a:pt x="193" y="317"/>
                  </a:lnTo>
                  <a:lnTo>
                    <a:pt x="193" y="524"/>
                  </a:lnTo>
                  <a:cubicBezTo>
                    <a:pt x="207" y="569"/>
                    <a:pt x="248" y="585"/>
                    <a:pt x="276" y="585"/>
                  </a:cubicBezTo>
                  <a:cubicBezTo>
                    <a:pt x="315" y="587"/>
                    <a:pt x="350" y="568"/>
                    <a:pt x="363" y="522"/>
                  </a:cubicBezTo>
                  <a:lnTo>
                    <a:pt x="363" y="305"/>
                  </a:lnTo>
                  <a:lnTo>
                    <a:pt x="447" y="405"/>
                  </a:lnTo>
                  <a:cubicBezTo>
                    <a:pt x="475" y="420"/>
                    <a:pt x="515" y="412"/>
                    <a:pt x="534" y="398"/>
                  </a:cubicBezTo>
                  <a:cubicBezTo>
                    <a:pt x="553" y="384"/>
                    <a:pt x="562" y="357"/>
                    <a:pt x="562" y="320"/>
                  </a:cubicBezTo>
                  <a:cubicBezTo>
                    <a:pt x="446" y="168"/>
                    <a:pt x="331" y="17"/>
                    <a:pt x="331" y="17"/>
                  </a:cubicBezTo>
                  <a:cubicBezTo>
                    <a:pt x="303" y="0"/>
                    <a:pt x="296" y="2"/>
                    <a:pt x="280" y="2"/>
                  </a:cubicBezTo>
                  <a:cubicBezTo>
                    <a:pt x="264" y="2"/>
                    <a:pt x="247" y="6"/>
                    <a:pt x="226" y="24"/>
                  </a:cubicBezTo>
                  <a:close/>
                </a:path>
              </a:pathLst>
            </a:custGeom>
            <a:grpFill/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7" name="AutoShape 279"/>
            <p:cNvSpPr>
              <a:spLocks noChangeArrowheads="1"/>
            </p:cNvSpPr>
            <p:nvPr userDrawn="1"/>
          </p:nvSpPr>
          <p:spPr bwMode="gray">
            <a:xfrm>
              <a:off x="42" y="4085"/>
              <a:ext cx="224" cy="224"/>
            </a:xfrm>
            <a:custGeom>
              <a:avLst/>
              <a:gdLst>
                <a:gd name="G0" fmla="+- 2121 0 0"/>
                <a:gd name="G1" fmla="+- 21600 0 2121"/>
                <a:gd name="G2" fmla="+- 21600 0 2121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121" y="10800"/>
                  </a:moveTo>
                  <a:cubicBezTo>
                    <a:pt x="2121" y="15593"/>
                    <a:pt x="6007" y="19479"/>
                    <a:pt x="10800" y="19479"/>
                  </a:cubicBezTo>
                  <a:cubicBezTo>
                    <a:pt x="15593" y="19479"/>
                    <a:pt x="19479" y="15593"/>
                    <a:pt x="19479" y="10800"/>
                  </a:cubicBezTo>
                  <a:cubicBezTo>
                    <a:pt x="19479" y="6007"/>
                    <a:pt x="15593" y="2121"/>
                    <a:pt x="10800" y="2121"/>
                  </a:cubicBezTo>
                  <a:cubicBezTo>
                    <a:pt x="6007" y="2121"/>
                    <a:pt x="2121" y="6007"/>
                    <a:pt x="2121" y="10800"/>
                  </a:cubicBezTo>
                  <a:close/>
                </a:path>
              </a:pathLst>
            </a:custGeom>
            <a:grpFill/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</p:grp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1426464" y="146304"/>
            <a:ext cx="9241536" cy="99669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985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8D200-ABD3-4471-8B2B-DEDA655FF37C}" type="datetime1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BBF3-84B6-43B3-BD51-448C3D0981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7544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96C4C-F571-40FE-B577-AD00D4E5BE98}" type="datetime1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BBF3-84B6-43B3-BD51-448C3D0981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657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52" y="356616"/>
            <a:ext cx="10863072" cy="71323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5424" y="1216152"/>
            <a:ext cx="6705600" cy="507492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53" y="1216152"/>
            <a:ext cx="4011084" cy="50749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A92B8-8A0E-46E0-8EAE-73FDF74CAC21}" type="datetime1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BBF3-84B6-43B3-BD51-448C3D0981B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Rectangle 7"/>
          <p:cNvSpPr/>
          <p:nvPr/>
        </p:nvSpPr>
        <p:spPr bwMode="gray">
          <a:xfrm>
            <a:off x="11472672" y="0"/>
            <a:ext cx="719328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11460480" y="0"/>
            <a:ext cx="52425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0" name="Group 9"/>
          <p:cNvGrpSpPr/>
          <p:nvPr/>
        </p:nvGrpSpPr>
        <p:grpSpPr bwMode="gray">
          <a:xfrm>
            <a:off x="10692384" y="246889"/>
            <a:ext cx="1426464" cy="490035"/>
            <a:chOff x="8019288" y="246888"/>
            <a:chExt cx="1069848" cy="490035"/>
          </a:xfrm>
        </p:grpSpPr>
        <p:sp>
          <p:nvSpPr>
            <p:cNvPr id="11" name="Freeform 10"/>
            <p:cNvSpPr/>
            <p:nvPr userDrawn="1"/>
          </p:nvSpPr>
          <p:spPr bwMode="gray">
            <a:xfrm rot="4680000">
              <a:off x="8513063" y="174567"/>
              <a:ext cx="137160" cy="987552"/>
            </a:xfrm>
            <a:custGeom>
              <a:avLst/>
              <a:gdLst>
                <a:gd name="connsiteX0" fmla="*/ 0 w 210312"/>
                <a:gd name="connsiteY0" fmla="*/ 0 h 4233101"/>
                <a:gd name="connsiteX1" fmla="*/ 210312 w 210312"/>
                <a:gd name="connsiteY1" fmla="*/ 0 h 4233101"/>
                <a:gd name="connsiteX2" fmla="*/ 210312 w 210312"/>
                <a:gd name="connsiteY2" fmla="*/ 4233101 h 4233101"/>
                <a:gd name="connsiteX3" fmla="*/ 0 w 210312"/>
                <a:gd name="connsiteY3" fmla="*/ 4233101 h 4233101"/>
                <a:gd name="connsiteX4" fmla="*/ 0 w 210312"/>
                <a:gd name="connsiteY4" fmla="*/ 0 h 4233101"/>
                <a:gd name="connsiteX0" fmla="*/ 0 w 210312"/>
                <a:gd name="connsiteY0" fmla="*/ 0 h 4233101"/>
                <a:gd name="connsiteX1" fmla="*/ 210312 w 210312"/>
                <a:gd name="connsiteY1" fmla="*/ 0 h 4233101"/>
                <a:gd name="connsiteX2" fmla="*/ 0 w 210312"/>
                <a:gd name="connsiteY2" fmla="*/ 4233101 h 4233101"/>
                <a:gd name="connsiteX3" fmla="*/ 0 w 210312"/>
                <a:gd name="connsiteY3" fmla="*/ 0 h 4233101"/>
                <a:gd name="connsiteX0" fmla="*/ 0 w 91050"/>
                <a:gd name="connsiteY0" fmla="*/ 27578 h 4260679"/>
                <a:gd name="connsiteX1" fmla="*/ 91050 w 91050"/>
                <a:gd name="connsiteY1" fmla="*/ 0 h 4260679"/>
                <a:gd name="connsiteX2" fmla="*/ 0 w 91050"/>
                <a:gd name="connsiteY2" fmla="*/ 4260679 h 4260679"/>
                <a:gd name="connsiteX3" fmla="*/ 0 w 91050"/>
                <a:gd name="connsiteY3" fmla="*/ 27578 h 4260679"/>
                <a:gd name="connsiteX0" fmla="*/ 0 w 91050"/>
                <a:gd name="connsiteY0" fmla="*/ 27578 h 4260679"/>
                <a:gd name="connsiteX1" fmla="*/ 91050 w 91050"/>
                <a:gd name="connsiteY1" fmla="*/ 0 h 4260679"/>
                <a:gd name="connsiteX2" fmla="*/ 0 w 91050"/>
                <a:gd name="connsiteY2" fmla="*/ 4260679 h 4260679"/>
                <a:gd name="connsiteX3" fmla="*/ 0 w 91050"/>
                <a:gd name="connsiteY3" fmla="*/ 27578 h 4260679"/>
                <a:gd name="connsiteX0" fmla="*/ 6703 w 97753"/>
                <a:gd name="connsiteY0" fmla="*/ 27578 h 4260679"/>
                <a:gd name="connsiteX1" fmla="*/ 97753 w 97753"/>
                <a:gd name="connsiteY1" fmla="*/ 0 h 4260679"/>
                <a:gd name="connsiteX2" fmla="*/ 6703 w 97753"/>
                <a:gd name="connsiteY2" fmla="*/ 4260679 h 4260679"/>
                <a:gd name="connsiteX3" fmla="*/ 6703 w 97753"/>
                <a:gd name="connsiteY3" fmla="*/ 27578 h 4260679"/>
                <a:gd name="connsiteX0" fmla="*/ 6703 w 97753"/>
                <a:gd name="connsiteY0" fmla="*/ 27578 h 4260679"/>
                <a:gd name="connsiteX1" fmla="*/ 97753 w 97753"/>
                <a:gd name="connsiteY1" fmla="*/ 0 h 4260679"/>
                <a:gd name="connsiteX2" fmla="*/ 6703 w 97753"/>
                <a:gd name="connsiteY2" fmla="*/ 4260679 h 4260679"/>
                <a:gd name="connsiteX3" fmla="*/ 6703 w 97753"/>
                <a:gd name="connsiteY3" fmla="*/ 27578 h 4260679"/>
                <a:gd name="connsiteX0" fmla="*/ 6703 w 97753"/>
                <a:gd name="connsiteY0" fmla="*/ 27578 h 4260679"/>
                <a:gd name="connsiteX1" fmla="*/ 97753 w 97753"/>
                <a:gd name="connsiteY1" fmla="*/ 0 h 4260679"/>
                <a:gd name="connsiteX2" fmla="*/ 6703 w 97753"/>
                <a:gd name="connsiteY2" fmla="*/ 4260679 h 4260679"/>
                <a:gd name="connsiteX3" fmla="*/ 6703 w 97753"/>
                <a:gd name="connsiteY3" fmla="*/ 27578 h 4260679"/>
                <a:gd name="connsiteX0" fmla="*/ 25745 w 97753"/>
                <a:gd name="connsiteY0" fmla="*/ 1 h 4233102"/>
                <a:gd name="connsiteX1" fmla="*/ 97753 w 97753"/>
                <a:gd name="connsiteY1" fmla="*/ 61420 h 4233102"/>
                <a:gd name="connsiteX2" fmla="*/ 25745 w 97753"/>
                <a:gd name="connsiteY2" fmla="*/ 4233102 h 4233102"/>
                <a:gd name="connsiteX3" fmla="*/ 25745 w 97753"/>
                <a:gd name="connsiteY3" fmla="*/ 1 h 4233102"/>
                <a:gd name="connsiteX0" fmla="*/ 24478 w 97753"/>
                <a:gd name="connsiteY0" fmla="*/ 8201 h 4241302"/>
                <a:gd name="connsiteX1" fmla="*/ 97753 w 97753"/>
                <a:gd name="connsiteY1" fmla="*/ 0 h 4241302"/>
                <a:gd name="connsiteX2" fmla="*/ 24478 w 97753"/>
                <a:gd name="connsiteY2" fmla="*/ 4241302 h 4241302"/>
                <a:gd name="connsiteX3" fmla="*/ 24478 w 97753"/>
                <a:gd name="connsiteY3" fmla="*/ 8201 h 4241302"/>
                <a:gd name="connsiteX0" fmla="*/ 24478 w 97753"/>
                <a:gd name="connsiteY0" fmla="*/ 8201 h 4241302"/>
                <a:gd name="connsiteX1" fmla="*/ 97753 w 97753"/>
                <a:gd name="connsiteY1" fmla="*/ 0 h 4241302"/>
                <a:gd name="connsiteX2" fmla="*/ 24478 w 97753"/>
                <a:gd name="connsiteY2" fmla="*/ 4241302 h 4241302"/>
                <a:gd name="connsiteX3" fmla="*/ 24478 w 97753"/>
                <a:gd name="connsiteY3" fmla="*/ 8201 h 4241302"/>
                <a:gd name="connsiteX0" fmla="*/ 14176 w 87451"/>
                <a:gd name="connsiteY0" fmla="*/ 8201 h 4241302"/>
                <a:gd name="connsiteX1" fmla="*/ 87451 w 87451"/>
                <a:gd name="connsiteY1" fmla="*/ 0 h 4241302"/>
                <a:gd name="connsiteX2" fmla="*/ 14176 w 87451"/>
                <a:gd name="connsiteY2" fmla="*/ 4241302 h 4241302"/>
                <a:gd name="connsiteX3" fmla="*/ 14176 w 87451"/>
                <a:gd name="connsiteY3" fmla="*/ 8201 h 4241302"/>
                <a:gd name="connsiteX0" fmla="*/ 14176 w 87451"/>
                <a:gd name="connsiteY0" fmla="*/ 8201 h 4001504"/>
                <a:gd name="connsiteX1" fmla="*/ 87451 w 87451"/>
                <a:gd name="connsiteY1" fmla="*/ 0 h 4001504"/>
                <a:gd name="connsiteX2" fmla="*/ 18941 w 87451"/>
                <a:gd name="connsiteY2" fmla="*/ 4001504 h 4001504"/>
                <a:gd name="connsiteX3" fmla="*/ 14176 w 87451"/>
                <a:gd name="connsiteY3" fmla="*/ 8201 h 4001504"/>
                <a:gd name="connsiteX0" fmla="*/ 14176 w 87451"/>
                <a:gd name="connsiteY0" fmla="*/ 8201 h 3875955"/>
                <a:gd name="connsiteX1" fmla="*/ 87451 w 87451"/>
                <a:gd name="connsiteY1" fmla="*/ 0 h 3875955"/>
                <a:gd name="connsiteX2" fmla="*/ 7278 w 87451"/>
                <a:gd name="connsiteY2" fmla="*/ 3875955 h 3875955"/>
                <a:gd name="connsiteX3" fmla="*/ 14176 w 87451"/>
                <a:gd name="connsiteY3" fmla="*/ 8201 h 3875955"/>
                <a:gd name="connsiteX0" fmla="*/ 14176 w 87451"/>
                <a:gd name="connsiteY0" fmla="*/ 8201 h 3961135"/>
                <a:gd name="connsiteX1" fmla="*/ 87451 w 87451"/>
                <a:gd name="connsiteY1" fmla="*/ 0 h 3961135"/>
                <a:gd name="connsiteX2" fmla="*/ 16239 w 87451"/>
                <a:gd name="connsiteY2" fmla="*/ 3961135 h 3961135"/>
                <a:gd name="connsiteX3" fmla="*/ 14176 w 87451"/>
                <a:gd name="connsiteY3" fmla="*/ 8201 h 3961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51" h="3961135">
                  <a:moveTo>
                    <a:pt x="14176" y="8201"/>
                  </a:moveTo>
                  <a:lnTo>
                    <a:pt x="87451" y="0"/>
                  </a:lnTo>
                  <a:cubicBezTo>
                    <a:pt x="0" y="2301293"/>
                    <a:pt x="31791" y="2848354"/>
                    <a:pt x="16239" y="3961135"/>
                  </a:cubicBezTo>
                  <a:cubicBezTo>
                    <a:pt x="14651" y="2630034"/>
                    <a:pt x="15764" y="1339302"/>
                    <a:pt x="14176" y="82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50000"/>
                    <a:alpha val="56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2" name="Rectangle 11"/>
            <p:cNvSpPr/>
            <p:nvPr userDrawn="1"/>
          </p:nvSpPr>
          <p:spPr bwMode="gray">
            <a:xfrm rot="4680000">
              <a:off x="8750808" y="210312"/>
              <a:ext cx="301752" cy="374904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/>
            <p:cNvSpPr/>
            <p:nvPr userDrawn="1"/>
          </p:nvSpPr>
          <p:spPr bwMode="gray">
            <a:xfrm rot="4680000">
              <a:off x="8220456" y="155448"/>
              <a:ext cx="301752" cy="704088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579114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743456" y="1143000"/>
            <a:ext cx="8217408" cy="5029200"/>
          </a:xfrm>
          <a:solidFill>
            <a:srgbClr val="FFFFFF"/>
          </a:solidFill>
          <a:ln w="92075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 anchor="b">
            <a:normAutofit/>
          </a:bodyPr>
          <a:lstStyle>
            <a:lvl1pPr marL="0" indent="0">
              <a:buFont typeface="Arial" pitchFamily="34" charset="0"/>
              <a:buChar char="•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 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1621536" y="384048"/>
            <a:ext cx="8400288" cy="566738"/>
          </a:xfrm>
        </p:spPr>
        <p:txBody>
          <a:bodyPr anchor="b"/>
          <a:lstStyle>
            <a:lvl1pPr algn="l">
              <a:defRPr sz="2000" b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gray">
          <a:xfrm>
            <a:off x="1755648" y="1143000"/>
            <a:ext cx="8144256" cy="3867912"/>
          </a:xfrm>
          <a:solidFill>
            <a:srgbClr val="F8F8F8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B987D-6062-4A5B-8A1B-5B2FBA0466CE}" type="datetime1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BBF3-84B6-43B3-BD51-448C3D0981B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/>
          <p:cNvSpPr/>
          <p:nvPr/>
        </p:nvSpPr>
        <p:spPr bwMode="gray">
          <a:xfrm>
            <a:off x="11472672" y="0"/>
            <a:ext cx="719328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11460480" y="0"/>
            <a:ext cx="52425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8" name="Group 10"/>
          <p:cNvGrpSpPr/>
          <p:nvPr/>
        </p:nvGrpSpPr>
        <p:grpSpPr bwMode="gray">
          <a:xfrm>
            <a:off x="10692384" y="246889"/>
            <a:ext cx="1426464" cy="490035"/>
            <a:chOff x="8019288" y="246888"/>
            <a:chExt cx="1069848" cy="490035"/>
          </a:xfrm>
        </p:grpSpPr>
        <p:sp>
          <p:nvSpPr>
            <p:cNvPr id="12" name="Freeform 11"/>
            <p:cNvSpPr/>
            <p:nvPr userDrawn="1"/>
          </p:nvSpPr>
          <p:spPr bwMode="gray">
            <a:xfrm rot="4680000">
              <a:off x="8513063" y="174567"/>
              <a:ext cx="137160" cy="987552"/>
            </a:xfrm>
            <a:custGeom>
              <a:avLst/>
              <a:gdLst>
                <a:gd name="connsiteX0" fmla="*/ 0 w 210312"/>
                <a:gd name="connsiteY0" fmla="*/ 0 h 4233101"/>
                <a:gd name="connsiteX1" fmla="*/ 210312 w 210312"/>
                <a:gd name="connsiteY1" fmla="*/ 0 h 4233101"/>
                <a:gd name="connsiteX2" fmla="*/ 210312 w 210312"/>
                <a:gd name="connsiteY2" fmla="*/ 4233101 h 4233101"/>
                <a:gd name="connsiteX3" fmla="*/ 0 w 210312"/>
                <a:gd name="connsiteY3" fmla="*/ 4233101 h 4233101"/>
                <a:gd name="connsiteX4" fmla="*/ 0 w 210312"/>
                <a:gd name="connsiteY4" fmla="*/ 0 h 4233101"/>
                <a:gd name="connsiteX0" fmla="*/ 0 w 210312"/>
                <a:gd name="connsiteY0" fmla="*/ 0 h 4233101"/>
                <a:gd name="connsiteX1" fmla="*/ 210312 w 210312"/>
                <a:gd name="connsiteY1" fmla="*/ 0 h 4233101"/>
                <a:gd name="connsiteX2" fmla="*/ 0 w 210312"/>
                <a:gd name="connsiteY2" fmla="*/ 4233101 h 4233101"/>
                <a:gd name="connsiteX3" fmla="*/ 0 w 210312"/>
                <a:gd name="connsiteY3" fmla="*/ 0 h 4233101"/>
                <a:gd name="connsiteX0" fmla="*/ 0 w 91050"/>
                <a:gd name="connsiteY0" fmla="*/ 27578 h 4260679"/>
                <a:gd name="connsiteX1" fmla="*/ 91050 w 91050"/>
                <a:gd name="connsiteY1" fmla="*/ 0 h 4260679"/>
                <a:gd name="connsiteX2" fmla="*/ 0 w 91050"/>
                <a:gd name="connsiteY2" fmla="*/ 4260679 h 4260679"/>
                <a:gd name="connsiteX3" fmla="*/ 0 w 91050"/>
                <a:gd name="connsiteY3" fmla="*/ 27578 h 4260679"/>
                <a:gd name="connsiteX0" fmla="*/ 0 w 91050"/>
                <a:gd name="connsiteY0" fmla="*/ 27578 h 4260679"/>
                <a:gd name="connsiteX1" fmla="*/ 91050 w 91050"/>
                <a:gd name="connsiteY1" fmla="*/ 0 h 4260679"/>
                <a:gd name="connsiteX2" fmla="*/ 0 w 91050"/>
                <a:gd name="connsiteY2" fmla="*/ 4260679 h 4260679"/>
                <a:gd name="connsiteX3" fmla="*/ 0 w 91050"/>
                <a:gd name="connsiteY3" fmla="*/ 27578 h 4260679"/>
                <a:gd name="connsiteX0" fmla="*/ 6703 w 97753"/>
                <a:gd name="connsiteY0" fmla="*/ 27578 h 4260679"/>
                <a:gd name="connsiteX1" fmla="*/ 97753 w 97753"/>
                <a:gd name="connsiteY1" fmla="*/ 0 h 4260679"/>
                <a:gd name="connsiteX2" fmla="*/ 6703 w 97753"/>
                <a:gd name="connsiteY2" fmla="*/ 4260679 h 4260679"/>
                <a:gd name="connsiteX3" fmla="*/ 6703 w 97753"/>
                <a:gd name="connsiteY3" fmla="*/ 27578 h 4260679"/>
                <a:gd name="connsiteX0" fmla="*/ 6703 w 97753"/>
                <a:gd name="connsiteY0" fmla="*/ 27578 h 4260679"/>
                <a:gd name="connsiteX1" fmla="*/ 97753 w 97753"/>
                <a:gd name="connsiteY1" fmla="*/ 0 h 4260679"/>
                <a:gd name="connsiteX2" fmla="*/ 6703 w 97753"/>
                <a:gd name="connsiteY2" fmla="*/ 4260679 h 4260679"/>
                <a:gd name="connsiteX3" fmla="*/ 6703 w 97753"/>
                <a:gd name="connsiteY3" fmla="*/ 27578 h 4260679"/>
                <a:gd name="connsiteX0" fmla="*/ 6703 w 97753"/>
                <a:gd name="connsiteY0" fmla="*/ 27578 h 4260679"/>
                <a:gd name="connsiteX1" fmla="*/ 97753 w 97753"/>
                <a:gd name="connsiteY1" fmla="*/ 0 h 4260679"/>
                <a:gd name="connsiteX2" fmla="*/ 6703 w 97753"/>
                <a:gd name="connsiteY2" fmla="*/ 4260679 h 4260679"/>
                <a:gd name="connsiteX3" fmla="*/ 6703 w 97753"/>
                <a:gd name="connsiteY3" fmla="*/ 27578 h 4260679"/>
                <a:gd name="connsiteX0" fmla="*/ 25745 w 97753"/>
                <a:gd name="connsiteY0" fmla="*/ 1 h 4233102"/>
                <a:gd name="connsiteX1" fmla="*/ 97753 w 97753"/>
                <a:gd name="connsiteY1" fmla="*/ 61420 h 4233102"/>
                <a:gd name="connsiteX2" fmla="*/ 25745 w 97753"/>
                <a:gd name="connsiteY2" fmla="*/ 4233102 h 4233102"/>
                <a:gd name="connsiteX3" fmla="*/ 25745 w 97753"/>
                <a:gd name="connsiteY3" fmla="*/ 1 h 4233102"/>
                <a:gd name="connsiteX0" fmla="*/ 24478 w 97753"/>
                <a:gd name="connsiteY0" fmla="*/ 8201 h 4241302"/>
                <a:gd name="connsiteX1" fmla="*/ 97753 w 97753"/>
                <a:gd name="connsiteY1" fmla="*/ 0 h 4241302"/>
                <a:gd name="connsiteX2" fmla="*/ 24478 w 97753"/>
                <a:gd name="connsiteY2" fmla="*/ 4241302 h 4241302"/>
                <a:gd name="connsiteX3" fmla="*/ 24478 w 97753"/>
                <a:gd name="connsiteY3" fmla="*/ 8201 h 4241302"/>
                <a:gd name="connsiteX0" fmla="*/ 24478 w 97753"/>
                <a:gd name="connsiteY0" fmla="*/ 8201 h 4241302"/>
                <a:gd name="connsiteX1" fmla="*/ 97753 w 97753"/>
                <a:gd name="connsiteY1" fmla="*/ 0 h 4241302"/>
                <a:gd name="connsiteX2" fmla="*/ 24478 w 97753"/>
                <a:gd name="connsiteY2" fmla="*/ 4241302 h 4241302"/>
                <a:gd name="connsiteX3" fmla="*/ 24478 w 97753"/>
                <a:gd name="connsiteY3" fmla="*/ 8201 h 4241302"/>
                <a:gd name="connsiteX0" fmla="*/ 14176 w 87451"/>
                <a:gd name="connsiteY0" fmla="*/ 8201 h 4241302"/>
                <a:gd name="connsiteX1" fmla="*/ 87451 w 87451"/>
                <a:gd name="connsiteY1" fmla="*/ 0 h 4241302"/>
                <a:gd name="connsiteX2" fmla="*/ 14176 w 87451"/>
                <a:gd name="connsiteY2" fmla="*/ 4241302 h 4241302"/>
                <a:gd name="connsiteX3" fmla="*/ 14176 w 87451"/>
                <a:gd name="connsiteY3" fmla="*/ 8201 h 4241302"/>
                <a:gd name="connsiteX0" fmla="*/ 14176 w 87451"/>
                <a:gd name="connsiteY0" fmla="*/ 8201 h 4001504"/>
                <a:gd name="connsiteX1" fmla="*/ 87451 w 87451"/>
                <a:gd name="connsiteY1" fmla="*/ 0 h 4001504"/>
                <a:gd name="connsiteX2" fmla="*/ 18941 w 87451"/>
                <a:gd name="connsiteY2" fmla="*/ 4001504 h 4001504"/>
                <a:gd name="connsiteX3" fmla="*/ 14176 w 87451"/>
                <a:gd name="connsiteY3" fmla="*/ 8201 h 4001504"/>
                <a:gd name="connsiteX0" fmla="*/ 14176 w 87451"/>
                <a:gd name="connsiteY0" fmla="*/ 8201 h 3875955"/>
                <a:gd name="connsiteX1" fmla="*/ 87451 w 87451"/>
                <a:gd name="connsiteY1" fmla="*/ 0 h 3875955"/>
                <a:gd name="connsiteX2" fmla="*/ 7278 w 87451"/>
                <a:gd name="connsiteY2" fmla="*/ 3875955 h 3875955"/>
                <a:gd name="connsiteX3" fmla="*/ 14176 w 87451"/>
                <a:gd name="connsiteY3" fmla="*/ 8201 h 3875955"/>
                <a:gd name="connsiteX0" fmla="*/ 14176 w 87451"/>
                <a:gd name="connsiteY0" fmla="*/ 8201 h 3961135"/>
                <a:gd name="connsiteX1" fmla="*/ 87451 w 87451"/>
                <a:gd name="connsiteY1" fmla="*/ 0 h 3961135"/>
                <a:gd name="connsiteX2" fmla="*/ 16239 w 87451"/>
                <a:gd name="connsiteY2" fmla="*/ 3961135 h 3961135"/>
                <a:gd name="connsiteX3" fmla="*/ 14176 w 87451"/>
                <a:gd name="connsiteY3" fmla="*/ 8201 h 3961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51" h="3961135">
                  <a:moveTo>
                    <a:pt x="14176" y="8201"/>
                  </a:moveTo>
                  <a:lnTo>
                    <a:pt x="87451" y="0"/>
                  </a:lnTo>
                  <a:cubicBezTo>
                    <a:pt x="0" y="2301293"/>
                    <a:pt x="31791" y="2848354"/>
                    <a:pt x="16239" y="3961135"/>
                  </a:cubicBezTo>
                  <a:cubicBezTo>
                    <a:pt x="14651" y="2630034"/>
                    <a:pt x="15764" y="1339302"/>
                    <a:pt x="14176" y="82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50000"/>
                    <a:alpha val="56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/>
            <p:cNvSpPr/>
            <p:nvPr userDrawn="1"/>
          </p:nvSpPr>
          <p:spPr bwMode="gray">
            <a:xfrm rot="4680000">
              <a:off x="8750808" y="210312"/>
              <a:ext cx="301752" cy="374904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 userDrawn="1"/>
          </p:nvSpPr>
          <p:spPr bwMode="gray">
            <a:xfrm rot="4680000">
              <a:off x="8220456" y="155448"/>
              <a:ext cx="301752" cy="704088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457963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0" y="0"/>
            <a:ext cx="12192000" cy="138988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2" name="Group 7"/>
          <p:cNvGrpSpPr/>
          <p:nvPr/>
        </p:nvGrpSpPr>
        <p:grpSpPr bwMode="gray">
          <a:xfrm>
            <a:off x="0" y="1380744"/>
            <a:ext cx="12192000" cy="120460"/>
            <a:chOff x="0" y="1810512"/>
            <a:chExt cx="9144000" cy="120460"/>
          </a:xfrm>
        </p:grpSpPr>
        <p:cxnSp>
          <p:nvCxnSpPr>
            <p:cNvPr id="9" name="Straight Connector 8"/>
            <p:cNvCxnSpPr/>
            <p:nvPr userDrawn="1"/>
          </p:nvCxnSpPr>
          <p:spPr bwMode="gray">
            <a:xfrm>
              <a:off x="0" y="1810512"/>
              <a:ext cx="9144000" cy="1588"/>
            </a:xfrm>
            <a:prstGeom prst="line">
              <a:avLst/>
            </a:prstGeom>
            <a:ln w="9525">
              <a:solidFill>
                <a:schemeClr val="bg2">
                  <a:lumMod val="75000"/>
                </a:schemeClr>
              </a:solidFill>
            </a:ln>
            <a:effectLst>
              <a:outerShdw dist="25400" dir="5400000" algn="ctr" rotWithShape="0">
                <a:srgbClr val="00000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 userDrawn="1"/>
          </p:nvCxnSpPr>
          <p:spPr bwMode="gray">
            <a:xfrm>
              <a:off x="0" y="1865376"/>
              <a:ext cx="9144000" cy="1588"/>
            </a:xfrm>
            <a:prstGeom prst="line">
              <a:avLst/>
            </a:prstGeom>
            <a:ln w="9525">
              <a:solidFill>
                <a:schemeClr val="bg2">
                  <a:lumMod val="75000"/>
                </a:schemeClr>
              </a:solidFill>
            </a:ln>
            <a:effectLst>
              <a:outerShdw dist="25400" dir="5400000" algn="ctr" rotWithShape="0">
                <a:srgbClr val="00000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 userDrawn="1"/>
          </p:nvCxnSpPr>
          <p:spPr bwMode="gray">
            <a:xfrm>
              <a:off x="0" y="1929384"/>
              <a:ext cx="9144000" cy="1588"/>
            </a:xfrm>
            <a:prstGeom prst="line">
              <a:avLst/>
            </a:prstGeom>
            <a:ln w="9525">
              <a:solidFill>
                <a:schemeClr val="bg2">
                  <a:lumMod val="75000"/>
                </a:schemeClr>
              </a:solidFill>
            </a:ln>
            <a:effectLst>
              <a:outerShdw dist="25400" dir="5400000" algn="ctr" rotWithShape="0">
                <a:srgbClr val="00000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EBFA8-07FD-4ADD-B235-57A6230415DC}" type="datetime1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BBF3-84B6-43B3-BD51-448C3D0981B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5" name="Vertical Text Placeholder 14"/>
          <p:cNvSpPr>
            <a:spLocks noGrp="1"/>
          </p:cNvSpPr>
          <p:nvPr>
            <p:ph type="body" orient="vert" sz="quarter" idx="13"/>
          </p:nvPr>
        </p:nvSpPr>
        <p:spPr>
          <a:xfrm>
            <a:off x="609600" y="1719072"/>
            <a:ext cx="10972800" cy="452628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324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세로 제목 및 텍스트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11472672" y="0"/>
            <a:ext cx="719328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11460480" y="0"/>
            <a:ext cx="52425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3" name="Group 8"/>
          <p:cNvGrpSpPr/>
          <p:nvPr/>
        </p:nvGrpSpPr>
        <p:grpSpPr bwMode="gray">
          <a:xfrm>
            <a:off x="10692384" y="246889"/>
            <a:ext cx="1426464" cy="490035"/>
            <a:chOff x="8019288" y="246888"/>
            <a:chExt cx="1069848" cy="490035"/>
          </a:xfrm>
        </p:grpSpPr>
        <p:sp>
          <p:nvSpPr>
            <p:cNvPr id="10" name="Freeform 9"/>
            <p:cNvSpPr/>
            <p:nvPr userDrawn="1"/>
          </p:nvSpPr>
          <p:spPr bwMode="gray">
            <a:xfrm rot="4680000">
              <a:off x="8513063" y="174567"/>
              <a:ext cx="137160" cy="987552"/>
            </a:xfrm>
            <a:custGeom>
              <a:avLst/>
              <a:gdLst>
                <a:gd name="connsiteX0" fmla="*/ 0 w 210312"/>
                <a:gd name="connsiteY0" fmla="*/ 0 h 4233101"/>
                <a:gd name="connsiteX1" fmla="*/ 210312 w 210312"/>
                <a:gd name="connsiteY1" fmla="*/ 0 h 4233101"/>
                <a:gd name="connsiteX2" fmla="*/ 210312 w 210312"/>
                <a:gd name="connsiteY2" fmla="*/ 4233101 h 4233101"/>
                <a:gd name="connsiteX3" fmla="*/ 0 w 210312"/>
                <a:gd name="connsiteY3" fmla="*/ 4233101 h 4233101"/>
                <a:gd name="connsiteX4" fmla="*/ 0 w 210312"/>
                <a:gd name="connsiteY4" fmla="*/ 0 h 4233101"/>
                <a:gd name="connsiteX0" fmla="*/ 0 w 210312"/>
                <a:gd name="connsiteY0" fmla="*/ 0 h 4233101"/>
                <a:gd name="connsiteX1" fmla="*/ 210312 w 210312"/>
                <a:gd name="connsiteY1" fmla="*/ 0 h 4233101"/>
                <a:gd name="connsiteX2" fmla="*/ 0 w 210312"/>
                <a:gd name="connsiteY2" fmla="*/ 4233101 h 4233101"/>
                <a:gd name="connsiteX3" fmla="*/ 0 w 210312"/>
                <a:gd name="connsiteY3" fmla="*/ 0 h 4233101"/>
                <a:gd name="connsiteX0" fmla="*/ 0 w 91050"/>
                <a:gd name="connsiteY0" fmla="*/ 27578 h 4260679"/>
                <a:gd name="connsiteX1" fmla="*/ 91050 w 91050"/>
                <a:gd name="connsiteY1" fmla="*/ 0 h 4260679"/>
                <a:gd name="connsiteX2" fmla="*/ 0 w 91050"/>
                <a:gd name="connsiteY2" fmla="*/ 4260679 h 4260679"/>
                <a:gd name="connsiteX3" fmla="*/ 0 w 91050"/>
                <a:gd name="connsiteY3" fmla="*/ 27578 h 4260679"/>
                <a:gd name="connsiteX0" fmla="*/ 0 w 91050"/>
                <a:gd name="connsiteY0" fmla="*/ 27578 h 4260679"/>
                <a:gd name="connsiteX1" fmla="*/ 91050 w 91050"/>
                <a:gd name="connsiteY1" fmla="*/ 0 h 4260679"/>
                <a:gd name="connsiteX2" fmla="*/ 0 w 91050"/>
                <a:gd name="connsiteY2" fmla="*/ 4260679 h 4260679"/>
                <a:gd name="connsiteX3" fmla="*/ 0 w 91050"/>
                <a:gd name="connsiteY3" fmla="*/ 27578 h 4260679"/>
                <a:gd name="connsiteX0" fmla="*/ 6703 w 97753"/>
                <a:gd name="connsiteY0" fmla="*/ 27578 h 4260679"/>
                <a:gd name="connsiteX1" fmla="*/ 97753 w 97753"/>
                <a:gd name="connsiteY1" fmla="*/ 0 h 4260679"/>
                <a:gd name="connsiteX2" fmla="*/ 6703 w 97753"/>
                <a:gd name="connsiteY2" fmla="*/ 4260679 h 4260679"/>
                <a:gd name="connsiteX3" fmla="*/ 6703 w 97753"/>
                <a:gd name="connsiteY3" fmla="*/ 27578 h 4260679"/>
                <a:gd name="connsiteX0" fmla="*/ 6703 w 97753"/>
                <a:gd name="connsiteY0" fmla="*/ 27578 h 4260679"/>
                <a:gd name="connsiteX1" fmla="*/ 97753 w 97753"/>
                <a:gd name="connsiteY1" fmla="*/ 0 h 4260679"/>
                <a:gd name="connsiteX2" fmla="*/ 6703 w 97753"/>
                <a:gd name="connsiteY2" fmla="*/ 4260679 h 4260679"/>
                <a:gd name="connsiteX3" fmla="*/ 6703 w 97753"/>
                <a:gd name="connsiteY3" fmla="*/ 27578 h 4260679"/>
                <a:gd name="connsiteX0" fmla="*/ 6703 w 97753"/>
                <a:gd name="connsiteY0" fmla="*/ 27578 h 4260679"/>
                <a:gd name="connsiteX1" fmla="*/ 97753 w 97753"/>
                <a:gd name="connsiteY1" fmla="*/ 0 h 4260679"/>
                <a:gd name="connsiteX2" fmla="*/ 6703 w 97753"/>
                <a:gd name="connsiteY2" fmla="*/ 4260679 h 4260679"/>
                <a:gd name="connsiteX3" fmla="*/ 6703 w 97753"/>
                <a:gd name="connsiteY3" fmla="*/ 27578 h 4260679"/>
                <a:gd name="connsiteX0" fmla="*/ 25745 w 97753"/>
                <a:gd name="connsiteY0" fmla="*/ 1 h 4233102"/>
                <a:gd name="connsiteX1" fmla="*/ 97753 w 97753"/>
                <a:gd name="connsiteY1" fmla="*/ 61420 h 4233102"/>
                <a:gd name="connsiteX2" fmla="*/ 25745 w 97753"/>
                <a:gd name="connsiteY2" fmla="*/ 4233102 h 4233102"/>
                <a:gd name="connsiteX3" fmla="*/ 25745 w 97753"/>
                <a:gd name="connsiteY3" fmla="*/ 1 h 4233102"/>
                <a:gd name="connsiteX0" fmla="*/ 24478 w 97753"/>
                <a:gd name="connsiteY0" fmla="*/ 8201 h 4241302"/>
                <a:gd name="connsiteX1" fmla="*/ 97753 w 97753"/>
                <a:gd name="connsiteY1" fmla="*/ 0 h 4241302"/>
                <a:gd name="connsiteX2" fmla="*/ 24478 w 97753"/>
                <a:gd name="connsiteY2" fmla="*/ 4241302 h 4241302"/>
                <a:gd name="connsiteX3" fmla="*/ 24478 w 97753"/>
                <a:gd name="connsiteY3" fmla="*/ 8201 h 4241302"/>
                <a:gd name="connsiteX0" fmla="*/ 24478 w 97753"/>
                <a:gd name="connsiteY0" fmla="*/ 8201 h 4241302"/>
                <a:gd name="connsiteX1" fmla="*/ 97753 w 97753"/>
                <a:gd name="connsiteY1" fmla="*/ 0 h 4241302"/>
                <a:gd name="connsiteX2" fmla="*/ 24478 w 97753"/>
                <a:gd name="connsiteY2" fmla="*/ 4241302 h 4241302"/>
                <a:gd name="connsiteX3" fmla="*/ 24478 w 97753"/>
                <a:gd name="connsiteY3" fmla="*/ 8201 h 4241302"/>
                <a:gd name="connsiteX0" fmla="*/ 14176 w 87451"/>
                <a:gd name="connsiteY0" fmla="*/ 8201 h 4241302"/>
                <a:gd name="connsiteX1" fmla="*/ 87451 w 87451"/>
                <a:gd name="connsiteY1" fmla="*/ 0 h 4241302"/>
                <a:gd name="connsiteX2" fmla="*/ 14176 w 87451"/>
                <a:gd name="connsiteY2" fmla="*/ 4241302 h 4241302"/>
                <a:gd name="connsiteX3" fmla="*/ 14176 w 87451"/>
                <a:gd name="connsiteY3" fmla="*/ 8201 h 4241302"/>
                <a:gd name="connsiteX0" fmla="*/ 14176 w 87451"/>
                <a:gd name="connsiteY0" fmla="*/ 8201 h 4001504"/>
                <a:gd name="connsiteX1" fmla="*/ 87451 w 87451"/>
                <a:gd name="connsiteY1" fmla="*/ 0 h 4001504"/>
                <a:gd name="connsiteX2" fmla="*/ 18941 w 87451"/>
                <a:gd name="connsiteY2" fmla="*/ 4001504 h 4001504"/>
                <a:gd name="connsiteX3" fmla="*/ 14176 w 87451"/>
                <a:gd name="connsiteY3" fmla="*/ 8201 h 4001504"/>
                <a:gd name="connsiteX0" fmla="*/ 14176 w 87451"/>
                <a:gd name="connsiteY0" fmla="*/ 8201 h 3875955"/>
                <a:gd name="connsiteX1" fmla="*/ 87451 w 87451"/>
                <a:gd name="connsiteY1" fmla="*/ 0 h 3875955"/>
                <a:gd name="connsiteX2" fmla="*/ 7278 w 87451"/>
                <a:gd name="connsiteY2" fmla="*/ 3875955 h 3875955"/>
                <a:gd name="connsiteX3" fmla="*/ 14176 w 87451"/>
                <a:gd name="connsiteY3" fmla="*/ 8201 h 3875955"/>
                <a:gd name="connsiteX0" fmla="*/ 14176 w 87451"/>
                <a:gd name="connsiteY0" fmla="*/ 8201 h 3961135"/>
                <a:gd name="connsiteX1" fmla="*/ 87451 w 87451"/>
                <a:gd name="connsiteY1" fmla="*/ 0 h 3961135"/>
                <a:gd name="connsiteX2" fmla="*/ 16239 w 87451"/>
                <a:gd name="connsiteY2" fmla="*/ 3961135 h 3961135"/>
                <a:gd name="connsiteX3" fmla="*/ 14176 w 87451"/>
                <a:gd name="connsiteY3" fmla="*/ 8201 h 3961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51" h="3961135">
                  <a:moveTo>
                    <a:pt x="14176" y="8201"/>
                  </a:moveTo>
                  <a:lnTo>
                    <a:pt x="87451" y="0"/>
                  </a:lnTo>
                  <a:cubicBezTo>
                    <a:pt x="0" y="2301293"/>
                    <a:pt x="31791" y="2848354"/>
                    <a:pt x="16239" y="3961135"/>
                  </a:cubicBezTo>
                  <a:cubicBezTo>
                    <a:pt x="14651" y="2630034"/>
                    <a:pt x="15764" y="1339302"/>
                    <a:pt x="14176" y="82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50000"/>
                    <a:alpha val="56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Rectangle 10"/>
            <p:cNvSpPr/>
            <p:nvPr userDrawn="1"/>
          </p:nvSpPr>
          <p:spPr bwMode="gray">
            <a:xfrm rot="4680000">
              <a:off x="8750808" y="210312"/>
              <a:ext cx="301752" cy="374904"/>
            </a:xfrm>
            <a:prstGeom prst="rect">
              <a:avLst/>
            </a:prstGeom>
            <a:solidFill>
              <a:schemeClr val="accent2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2" name="Rectangle 11"/>
            <p:cNvSpPr/>
            <p:nvPr userDrawn="1"/>
          </p:nvSpPr>
          <p:spPr bwMode="gray">
            <a:xfrm rot="4680000">
              <a:off x="8220456" y="155448"/>
              <a:ext cx="301752" cy="704088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gray">
          <a:xfrm>
            <a:off x="9339072" y="429768"/>
            <a:ext cx="1999488" cy="582472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7725251E-EBFD-46B5-8512-8A0BDD74EF7B}" type="datetime1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43F7BBF3-84B6-43B3-BD51-448C3D0981B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Vertical Text Placeholder 13"/>
          <p:cNvSpPr>
            <a:spLocks noGrp="1"/>
          </p:cNvSpPr>
          <p:nvPr>
            <p:ph type="body" orient="vert" sz="quarter" idx="13"/>
          </p:nvPr>
        </p:nvSpPr>
        <p:spPr bwMode="gray">
          <a:xfrm>
            <a:off x="609600" y="429768"/>
            <a:ext cx="8534400" cy="582472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679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3952"/>
            <a:ext cx="2844800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75798-4ED2-4BC6-AC8D-B46048722BA8}" type="datetime1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73952"/>
            <a:ext cx="3860800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31936" y="6473952"/>
            <a:ext cx="2844800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7BBF3-84B6-43B3-BD51-448C3D0981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690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accent2"/>
        </a:buClr>
        <a:buSzPct val="75000"/>
        <a:buFont typeface="Wingdings" pitchFamily="2" charset="2"/>
        <a:buChar char="q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3"/>
        </a:buClr>
        <a:buSzPct val="70000"/>
        <a:buFont typeface="Wingdings 2" pitchFamily="18" charset="2"/>
        <a:buChar char="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4"/>
        </a:buClr>
        <a:buSzPct val="70000"/>
        <a:buFont typeface="Wingdings 2" pitchFamily="18" charset="2"/>
        <a:buChar char="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5"/>
        </a:buClr>
        <a:buSzPct val="100000"/>
        <a:buFont typeface="Wingdings 2" pitchFamily="18" charset="2"/>
        <a:buChar char="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6"/>
        </a:buClr>
        <a:buSzPct val="100000"/>
        <a:buFont typeface="Wingdings 2" pitchFamily="18" charset="2"/>
        <a:buChar char="¡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7458BB78-BCCB-42C8-98C6-25F1AEC272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7463" y="4004711"/>
            <a:ext cx="8637072" cy="1632979"/>
          </a:xfrm>
        </p:spPr>
        <p:txBody>
          <a:bodyPr>
            <a:normAutofit/>
          </a:bodyPr>
          <a:lstStyle/>
          <a:p>
            <a:pPr algn="ctr"/>
            <a:r>
              <a:rPr lang="en-US" altLang="ko-KR" dirty="0"/>
              <a:t>2020180030 </a:t>
            </a:r>
            <a:r>
              <a:rPr lang="ko-KR" altLang="en-US" dirty="0"/>
              <a:t>이현수</a:t>
            </a:r>
            <a:endParaRPr lang="en-US" altLang="ko-KR" dirty="0"/>
          </a:p>
          <a:p>
            <a:pPr algn="ctr"/>
            <a:r>
              <a:rPr lang="en-US" altLang="ko-KR" dirty="0"/>
              <a:t>2021180031 </a:t>
            </a:r>
            <a:r>
              <a:rPr lang="ko-KR" altLang="en-US" dirty="0"/>
              <a:t>이준석</a:t>
            </a:r>
            <a:endParaRPr lang="en-US" altLang="ko-KR" dirty="0"/>
          </a:p>
          <a:p>
            <a:pPr algn="ctr"/>
            <a:r>
              <a:rPr lang="en-US" altLang="ko-KR" dirty="0"/>
              <a:t>2021180032 </a:t>
            </a:r>
            <a:r>
              <a:rPr lang="ko-KR" altLang="en-US" dirty="0"/>
              <a:t>이진수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9B9629D-1496-4F38-8C68-B825F34075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7463" y="1433670"/>
            <a:ext cx="8637073" cy="2541431"/>
          </a:xfrm>
        </p:spPr>
        <p:txBody>
          <a:bodyPr/>
          <a:lstStyle/>
          <a:p>
            <a:r>
              <a:rPr lang="en-US" altLang="ko-KR" dirty="0"/>
              <a:t>Isle of the </a:t>
            </a:r>
            <a:br>
              <a:rPr lang="en-US" altLang="ko-KR" dirty="0"/>
            </a:br>
            <a:r>
              <a:rPr lang="en-US" altLang="ko-KR" dirty="0"/>
              <a:t>Eternal Shell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51A82E-6702-40AF-97E4-108BABEBA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BBF3-84B6-43B3-BD51-448C3D0981B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169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590A5D5F-5580-4F5A-8147-7B786DCCB2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0434790"/>
              </p:ext>
            </p:extLst>
          </p:nvPr>
        </p:nvGraphicFramePr>
        <p:xfrm>
          <a:off x="609600" y="1600200"/>
          <a:ext cx="10812460" cy="5015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6230">
                  <a:extLst>
                    <a:ext uri="{9D8B030D-6E8A-4147-A177-3AD203B41FA5}">
                      <a16:colId xmlns:a16="http://schemas.microsoft.com/office/drawing/2014/main" val="927616289"/>
                    </a:ext>
                  </a:extLst>
                </a:gridCol>
                <a:gridCol w="5406230">
                  <a:extLst>
                    <a:ext uri="{9D8B030D-6E8A-4147-A177-3AD203B41FA5}">
                      <a16:colId xmlns:a16="http://schemas.microsoft.com/office/drawing/2014/main" val="4155552181"/>
                    </a:ext>
                  </a:extLst>
                </a:gridCol>
              </a:tblGrid>
              <a:tr h="95663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  <a:p>
                      <a:pPr latinLnBrk="1"/>
                      <a:r>
                        <a:rPr lang="ko-KR" altLang="en-US" sz="2400" b="1" dirty="0">
                          <a:solidFill>
                            <a:schemeClr val="tx1"/>
                          </a:solidFill>
                        </a:rPr>
                        <a:t>개인별 준비 현황</a:t>
                      </a:r>
                    </a:p>
                  </a:txBody>
                  <a:tcPr marL="102942" marR="10294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</a:rPr>
                        <a:t>06</a:t>
                      </a:r>
                    </a:p>
                    <a:p>
                      <a:pPr latinLnBrk="1"/>
                      <a:r>
                        <a:rPr lang="ko-KR" altLang="en-US" sz="2400" b="1" dirty="0">
                          <a:solidFill>
                            <a:schemeClr val="tx1"/>
                          </a:solidFill>
                        </a:rPr>
                        <a:t>기술적 요소 및 중점연구분야</a:t>
                      </a:r>
                    </a:p>
                  </a:txBody>
                  <a:tcPr marL="102942" marR="10294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511348"/>
                  </a:ext>
                </a:extLst>
              </a:tr>
              <a:tr h="95663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  <a:p>
                      <a:pPr latinLnBrk="1"/>
                      <a:r>
                        <a:rPr lang="ko-KR" altLang="en-US" sz="2400" b="1" dirty="0">
                          <a:solidFill>
                            <a:schemeClr val="tx1"/>
                          </a:solidFill>
                        </a:rPr>
                        <a:t>개발 환경</a:t>
                      </a:r>
                      <a:endParaRPr lang="en-US" altLang="ko-KR" sz="2400" b="1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2942" marR="102942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</a:rPr>
                        <a:t>07</a:t>
                      </a:r>
                    </a:p>
                    <a:p>
                      <a:pPr latinLnBrk="1"/>
                      <a:r>
                        <a:rPr lang="ko-KR" altLang="en-US" sz="2400" b="1" dirty="0">
                          <a:solidFill>
                            <a:schemeClr val="tx1"/>
                          </a:solidFill>
                        </a:rPr>
                        <a:t>타 게임과의 차별성</a:t>
                      </a:r>
                    </a:p>
                  </a:txBody>
                  <a:tcPr marL="102942" marR="102942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826183"/>
                  </a:ext>
                </a:extLst>
              </a:tr>
              <a:tr h="95663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  <a:p>
                      <a:pPr latinLnBrk="1"/>
                      <a:r>
                        <a:rPr lang="ko-KR" altLang="en-US" sz="2400" b="1" dirty="0">
                          <a:solidFill>
                            <a:schemeClr val="tx1"/>
                          </a:solidFill>
                        </a:rPr>
                        <a:t>거시 환경 분석</a:t>
                      </a:r>
                    </a:p>
                  </a:txBody>
                  <a:tcPr marL="102942" marR="10294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  <a:p>
                      <a:pPr latinLnBrk="1"/>
                      <a:r>
                        <a:rPr lang="ko-KR" altLang="en-US" sz="2400" b="1" dirty="0">
                          <a:solidFill>
                            <a:schemeClr val="tx1"/>
                          </a:solidFill>
                        </a:rPr>
                        <a:t>역할 분담 및 일정</a:t>
                      </a:r>
                    </a:p>
                  </a:txBody>
                  <a:tcPr marL="102942" marR="10294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426918"/>
                  </a:ext>
                </a:extLst>
              </a:tr>
              <a:tr h="95663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</a:rPr>
                        <a:t>04</a:t>
                      </a:r>
                    </a:p>
                    <a:p>
                      <a:pPr latinLnBrk="1"/>
                      <a:r>
                        <a:rPr lang="ko-KR" altLang="en-US" sz="2400" b="1" dirty="0">
                          <a:solidFill>
                            <a:schemeClr val="tx1"/>
                          </a:solidFill>
                        </a:rPr>
                        <a:t>연구 목적</a:t>
                      </a:r>
                    </a:p>
                  </a:txBody>
                  <a:tcPr marL="102942" marR="10294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</a:rPr>
                        <a:t>09</a:t>
                      </a:r>
                    </a:p>
                    <a:p>
                      <a:pPr latinLnBrk="1"/>
                      <a:r>
                        <a:rPr lang="en-US" altLang="ko-KR" sz="2400" b="1" dirty="0" err="1">
                          <a:solidFill>
                            <a:schemeClr val="tx1"/>
                          </a:solidFill>
                        </a:rPr>
                        <a:t>QnA</a:t>
                      </a:r>
                      <a:endParaRPr lang="ko-KR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2942" marR="10294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74156"/>
                  </a:ext>
                </a:extLst>
              </a:tr>
              <a:tr h="95663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</a:rPr>
                        <a:t>05 </a:t>
                      </a:r>
                    </a:p>
                    <a:p>
                      <a:pPr latinLnBrk="1"/>
                      <a:r>
                        <a:rPr lang="ko-KR" altLang="en-US" sz="2400" b="1" dirty="0">
                          <a:solidFill>
                            <a:schemeClr val="tx1"/>
                          </a:solidFill>
                        </a:rPr>
                        <a:t>게임 소개 및 설명</a:t>
                      </a:r>
                    </a:p>
                  </a:txBody>
                  <a:tcPr marL="102942" marR="10294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2942" marR="10294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437437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F21CD0AF-59E2-462E-AD60-3C2C466B6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</a:rPr>
              <a:t>목차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7E6617-89A0-4244-8D6E-22DAD49E8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BBF3-84B6-43B3-BD51-448C3D0981B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5657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8B0763CF-7195-4062-9014-0374BF68B3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1795189"/>
              </p:ext>
            </p:extLst>
          </p:nvPr>
        </p:nvGraphicFramePr>
        <p:xfrm>
          <a:off x="874324" y="1300438"/>
          <a:ext cx="10494716" cy="525276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68538">
                  <a:extLst>
                    <a:ext uri="{9D8B030D-6E8A-4147-A177-3AD203B41FA5}">
                      <a16:colId xmlns:a16="http://schemas.microsoft.com/office/drawing/2014/main" val="590797748"/>
                    </a:ext>
                  </a:extLst>
                </a:gridCol>
                <a:gridCol w="2155880">
                  <a:extLst>
                    <a:ext uri="{9D8B030D-6E8A-4147-A177-3AD203B41FA5}">
                      <a16:colId xmlns:a16="http://schemas.microsoft.com/office/drawing/2014/main" val="789764479"/>
                    </a:ext>
                  </a:extLst>
                </a:gridCol>
                <a:gridCol w="6570298">
                  <a:extLst>
                    <a:ext uri="{9D8B030D-6E8A-4147-A177-3AD203B41FA5}">
                      <a16:colId xmlns:a16="http://schemas.microsoft.com/office/drawing/2014/main" val="1810715797"/>
                    </a:ext>
                  </a:extLst>
                </a:gridCol>
              </a:tblGrid>
              <a:tr h="4064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수강과목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84732"/>
                  </a:ext>
                </a:extLst>
              </a:tr>
              <a:tr h="7250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/>
                        <a:t>이현수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/>
                        <a:t>서버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C, C++, STL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게임엔진</a:t>
                      </a:r>
                      <a:r>
                        <a:rPr lang="en-US" altLang="ko-KR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 (</a:t>
                      </a:r>
                      <a:r>
                        <a:rPr lang="ko-KR" altLang="en-US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언리얼</a:t>
                      </a:r>
                      <a:r>
                        <a:rPr lang="en-US" altLang="ko-KR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데이터베이스</a:t>
                      </a:r>
                      <a:r>
                        <a:rPr lang="en-US" altLang="ko-KR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인공지능</a:t>
                      </a:r>
                      <a:endParaRPr lang="en-US" altLang="ko-KR" sz="2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2000" b="0" i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게임 서버 프로그래밍</a:t>
                      </a:r>
                      <a:r>
                        <a:rPr lang="en-US" altLang="ko-KR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청강</a:t>
                      </a:r>
                      <a:r>
                        <a:rPr lang="en-US" altLang="ko-KR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네트워크 게임</a:t>
                      </a:r>
                      <a:r>
                        <a:rPr lang="en-US" altLang="ko-KR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프로그래밍</a:t>
                      </a:r>
                      <a:r>
                        <a:rPr lang="en-US" altLang="ko-KR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웹서비스프로그래밍</a:t>
                      </a:r>
                      <a:r>
                        <a:rPr lang="en-US" altLang="ko-KR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고급 </a:t>
                      </a:r>
                      <a:r>
                        <a:rPr lang="ko-KR" altLang="en-US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멀티스레드</a:t>
                      </a:r>
                      <a:r>
                        <a:rPr lang="ko-KR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프로그래밍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322118"/>
                  </a:ext>
                </a:extLst>
              </a:tr>
              <a:tr h="7250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/>
                        <a:t>이준석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/>
                        <a:t>서버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fontAlgn="base">
                        <a:buFontTx/>
                        <a:buChar char="-"/>
                      </a:pPr>
                      <a:r>
                        <a:rPr lang="en-US" altLang="ko-KR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C, C++(</a:t>
                      </a:r>
                      <a:r>
                        <a:rPr lang="ko-KR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독학</a:t>
                      </a:r>
                      <a:r>
                        <a:rPr lang="en-US" altLang="ko-KR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285750" marR="0" lvl="0" indent="-2857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컴퓨터 그래픽스</a:t>
                      </a:r>
                      <a:r>
                        <a:rPr lang="en-US" altLang="ko-KR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게임 인터페이스 </a:t>
                      </a:r>
                      <a:endParaRPr lang="en-US" altLang="ko-KR" sz="2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네트워크 게임 프로그래밍</a:t>
                      </a:r>
                      <a:r>
                        <a:rPr lang="en-US" altLang="ko-KR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데이터베이스</a:t>
                      </a:r>
                      <a:endParaRPr lang="en-US" altLang="ko-KR" sz="2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운영체제</a:t>
                      </a:r>
                      <a:r>
                        <a:rPr lang="en-US" altLang="ko-KR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컴퓨터구조</a:t>
                      </a:r>
                      <a:endParaRPr lang="en-US" altLang="ko-KR" sz="2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자료구조</a:t>
                      </a:r>
                      <a:r>
                        <a:rPr lang="en-US" altLang="ko-KR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알고리즘</a:t>
                      </a:r>
                      <a:r>
                        <a:rPr lang="en-US" altLang="ko-KR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인공지능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857146"/>
                  </a:ext>
                </a:extLst>
              </a:tr>
              <a:tr h="7250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/>
                        <a:t>이진수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/>
                        <a:t>클라이언트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2000" dirty="0"/>
                        <a:t>C, C++, STL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2000" dirty="0"/>
                        <a:t>윈도우 프로그래밍</a:t>
                      </a:r>
                      <a:r>
                        <a:rPr lang="en-US" altLang="ko-KR" sz="2000" dirty="0"/>
                        <a:t>, </a:t>
                      </a:r>
                      <a:r>
                        <a:rPr lang="ko-KR" altLang="en-US" sz="2000" dirty="0"/>
                        <a:t>컴퓨터 그래픽스</a:t>
                      </a:r>
                      <a:endParaRPr lang="en-US" altLang="ko-KR" sz="20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2000" dirty="0"/>
                        <a:t>2D</a:t>
                      </a:r>
                      <a:r>
                        <a:rPr lang="ko-KR" altLang="en-US" sz="2000" dirty="0"/>
                        <a:t>게임프로그래밍</a:t>
                      </a:r>
                      <a:r>
                        <a:rPr lang="en-US" altLang="ko-KR" sz="2000" dirty="0"/>
                        <a:t>, </a:t>
                      </a:r>
                      <a:r>
                        <a:rPr lang="ko-KR" altLang="en-US" sz="2000" dirty="0">
                          <a:highlight>
                            <a:srgbClr val="FFFF00"/>
                          </a:highlight>
                        </a:rPr>
                        <a:t>게임엔진</a:t>
                      </a:r>
                      <a:r>
                        <a:rPr lang="en-US" altLang="ko-KR" sz="2000" dirty="0">
                          <a:highlight>
                            <a:srgbClr val="FFFF00"/>
                          </a:highlight>
                        </a:rPr>
                        <a:t>1(</a:t>
                      </a:r>
                      <a:r>
                        <a:rPr lang="ko-KR" altLang="en-US" sz="2000" dirty="0" err="1">
                          <a:highlight>
                            <a:srgbClr val="FFFF00"/>
                          </a:highlight>
                        </a:rPr>
                        <a:t>언리얼</a:t>
                      </a:r>
                      <a:r>
                        <a:rPr lang="en-US" altLang="ko-KR" sz="2000" dirty="0">
                          <a:highlight>
                            <a:srgbClr val="FFFF00"/>
                          </a:highlight>
                        </a:rPr>
                        <a:t>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2000" dirty="0"/>
                        <a:t>알고리즘</a:t>
                      </a:r>
                      <a:r>
                        <a:rPr lang="en-US" altLang="ko-KR" sz="2000" dirty="0"/>
                        <a:t>, </a:t>
                      </a:r>
                      <a:r>
                        <a:rPr lang="ko-KR" altLang="en-US" sz="2000" dirty="0"/>
                        <a:t>인공지능</a:t>
                      </a:r>
                      <a:r>
                        <a:rPr lang="en-US" altLang="ko-KR" sz="2000" dirty="0"/>
                        <a:t>, </a:t>
                      </a:r>
                      <a:r>
                        <a:rPr lang="ko-KR" altLang="en-US" sz="2000" dirty="0"/>
                        <a:t>게임수학</a:t>
                      </a:r>
                      <a:r>
                        <a:rPr lang="en-US" altLang="ko-KR" sz="2000" dirty="0"/>
                        <a:t>, </a:t>
                      </a:r>
                      <a:r>
                        <a:rPr lang="ko-KR" altLang="en-US" sz="2000" dirty="0"/>
                        <a:t>데이터베이스</a:t>
                      </a:r>
                      <a:endParaRPr lang="en-US" altLang="ko-KR" sz="20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2000" dirty="0"/>
                        <a:t>네트워크 게임 프로그래밍</a:t>
                      </a:r>
                      <a:endParaRPr lang="en-US" altLang="ko-K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4757331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52354A63-B318-4858-9509-DE2D64BD6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01 </a:t>
            </a:r>
            <a:r>
              <a:rPr lang="ko-KR" altLang="en-US" dirty="0"/>
              <a:t>개인별 준비 현황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26FFCEB-E8A7-4606-A333-10EAB65C9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BBF3-84B6-43B3-BD51-448C3D0981B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8607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6BC76A-2452-4F14-89D6-058B79842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</a:t>
            </a:r>
            <a:r>
              <a:rPr lang="ko-KR" altLang="en-US" dirty="0"/>
              <a:t>개발 환경</a:t>
            </a:r>
          </a:p>
        </p:txBody>
      </p:sp>
      <p:pic>
        <p:nvPicPr>
          <p:cNvPr id="7" name="그래픽 6">
            <a:extLst>
              <a:ext uri="{FF2B5EF4-FFF2-40B4-BE49-F238E27FC236}">
                <a16:creationId xmlns:a16="http://schemas.microsoft.com/office/drawing/2014/main" id="{5C0DC347-9D1D-4A79-8192-45162BA77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740" y="2812460"/>
            <a:ext cx="3350762" cy="6165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0E26397-2AFE-4B5D-B75D-9EC2AAB22C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741" y="3974062"/>
            <a:ext cx="3350761" cy="139535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1DF10AC-749F-4DD4-80A2-ED1C6DA106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379" y="2320630"/>
            <a:ext cx="2956709" cy="16002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2065886-3BE5-474A-A238-9CC75C544D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350" y="3956455"/>
            <a:ext cx="2900113" cy="139535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6DCA6D4E-88C1-42CE-9E8E-A23214A80A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686" y="2320630"/>
            <a:ext cx="2225634" cy="165343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591A0FC8-B8D2-4066-9F6F-96C69BBFE5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7346" y="4014845"/>
            <a:ext cx="2992336" cy="1278570"/>
          </a:xfrm>
          <a:prstGeom prst="rect">
            <a:avLst/>
          </a:prstGeom>
        </p:spPr>
      </p:pic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8F2E5078-E460-4410-9DCA-8216BAD4E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BBF3-84B6-43B3-BD51-448C3D0981B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4078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35BE420-15B0-4E41-A68A-09100A171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BBF3-84B6-43B3-BD51-448C3D0981BF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BE240A2-1447-4068-ACF0-6AE3BF15B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 </a:t>
            </a:r>
            <a:r>
              <a:rPr lang="ko-KR" altLang="en-US" dirty="0"/>
              <a:t>거시 환경 분석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E8B3820-9314-48DA-9BFA-5022E694152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816" y="1407415"/>
            <a:ext cx="7680960" cy="521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31D6A1-6A54-427A-A5BD-23B007298B15}"/>
              </a:ext>
            </a:extLst>
          </p:cNvPr>
          <p:cNvSpPr txBox="1"/>
          <p:nvPr/>
        </p:nvSpPr>
        <p:spPr>
          <a:xfrm>
            <a:off x="7986776" y="3198518"/>
            <a:ext cx="34899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ko-KR" b="1" i="0" dirty="0">
                <a:effectLst/>
                <a:latin typeface="inherit"/>
              </a:rPr>
              <a:t>(</a:t>
            </a:r>
            <a:r>
              <a:rPr lang="ko-KR" altLang="en-US" b="1" i="0" dirty="0">
                <a:effectLst/>
                <a:latin typeface="inherit"/>
              </a:rPr>
              <a:t>사회</a:t>
            </a:r>
            <a:r>
              <a:rPr lang="en-US" altLang="ko-KR" b="1" i="0" dirty="0">
                <a:effectLst/>
                <a:latin typeface="inherit"/>
              </a:rPr>
              <a:t>·</a:t>
            </a:r>
            <a:r>
              <a:rPr lang="ko-KR" altLang="en-US" b="1" i="0" dirty="0">
                <a:effectLst/>
                <a:latin typeface="inherit"/>
              </a:rPr>
              <a:t>문화</a:t>
            </a:r>
            <a:r>
              <a:rPr lang="en-US" altLang="ko-KR" b="1" i="0" dirty="0">
                <a:effectLst/>
                <a:latin typeface="inherit"/>
              </a:rPr>
              <a:t>)</a:t>
            </a:r>
            <a:r>
              <a:rPr lang="ko-KR" altLang="en-US" b="0" i="0" dirty="0">
                <a:effectLst/>
                <a:latin typeface="inherit"/>
              </a:rPr>
              <a:t> </a:t>
            </a:r>
            <a:r>
              <a:rPr lang="en-US" altLang="ko-KR" b="0" i="0" dirty="0">
                <a:effectLst/>
                <a:latin typeface="inherit"/>
              </a:rPr>
              <a:t>MZ</a:t>
            </a:r>
            <a:r>
              <a:rPr lang="ko-KR" altLang="en-US" b="0" i="0" dirty="0">
                <a:effectLst/>
                <a:latin typeface="inherit"/>
              </a:rPr>
              <a:t>세대 중심으로 짧은 플레이 루프와 성장 체감 및 </a:t>
            </a:r>
            <a:r>
              <a:rPr lang="ko-KR" altLang="en-US" b="0" i="0" dirty="0" err="1">
                <a:effectLst/>
                <a:latin typeface="inherit"/>
              </a:rPr>
              <a:t>조작감</a:t>
            </a:r>
            <a:r>
              <a:rPr lang="ko-KR" altLang="en-US" b="0" i="0" dirty="0">
                <a:effectLst/>
                <a:latin typeface="inherit"/>
              </a:rPr>
              <a:t> 선호</a:t>
            </a:r>
            <a:br>
              <a:rPr lang="ko-KR" altLang="en-US" b="0" i="0" dirty="0">
                <a:effectLst/>
                <a:latin typeface="inherit"/>
              </a:rPr>
            </a:br>
            <a:r>
              <a:rPr lang="ko-KR" altLang="en-US" b="0" i="0" dirty="0">
                <a:effectLst/>
                <a:latin typeface="inherit"/>
              </a:rPr>
              <a:t>→ </a:t>
            </a:r>
            <a:r>
              <a:rPr lang="en-US" altLang="ko-KR" b="1" i="0" dirty="0">
                <a:effectLst/>
                <a:latin typeface="inherit"/>
              </a:rPr>
              <a:t>(</a:t>
            </a:r>
            <a:r>
              <a:rPr lang="ko-KR" altLang="en-US" b="1" i="0" dirty="0">
                <a:effectLst/>
                <a:latin typeface="inherit"/>
              </a:rPr>
              <a:t>기업</a:t>
            </a:r>
            <a:r>
              <a:rPr lang="en-US" altLang="ko-KR" b="1" i="0" dirty="0">
                <a:effectLst/>
                <a:latin typeface="inherit"/>
              </a:rPr>
              <a:t>)</a:t>
            </a:r>
            <a:r>
              <a:rPr lang="ko-KR" altLang="en-US" b="0" i="0" dirty="0">
                <a:effectLst/>
                <a:latin typeface="inherit"/>
              </a:rPr>
              <a:t> </a:t>
            </a:r>
            <a:r>
              <a:rPr lang="ko-KR" altLang="en-US" b="0" i="0" dirty="0" err="1">
                <a:effectLst/>
                <a:latin typeface="inherit"/>
              </a:rPr>
              <a:t>로그라이크</a:t>
            </a:r>
            <a:r>
              <a:rPr lang="ko-KR" altLang="en-US" b="0" i="0" dirty="0">
                <a:effectLst/>
                <a:latin typeface="inherit"/>
              </a:rPr>
              <a:t> </a:t>
            </a:r>
            <a:r>
              <a:rPr lang="en-US" altLang="ko-KR" b="0" i="0" dirty="0">
                <a:effectLst/>
                <a:latin typeface="inherit"/>
              </a:rPr>
              <a:t>+ </a:t>
            </a:r>
            <a:r>
              <a:rPr lang="ko-KR" altLang="en-US" b="0" i="0" dirty="0">
                <a:effectLst/>
                <a:latin typeface="inherit"/>
              </a:rPr>
              <a:t>성장 카드 </a:t>
            </a:r>
            <a:r>
              <a:rPr lang="en-US" altLang="ko-KR" b="0" i="0" dirty="0">
                <a:effectLst/>
                <a:latin typeface="inherit"/>
              </a:rPr>
              <a:t>+ </a:t>
            </a:r>
            <a:r>
              <a:rPr lang="ko-KR" altLang="en-US" b="0" i="0" dirty="0">
                <a:effectLst/>
                <a:latin typeface="inherit"/>
              </a:rPr>
              <a:t>액션 장르 선택 </a:t>
            </a:r>
            <a:r>
              <a:rPr lang="en-US" altLang="ko-KR" b="0" i="0" dirty="0">
                <a:effectLst/>
                <a:latin typeface="inherit"/>
              </a:rPr>
              <a:t>(‘Hades’, ‘Vampire Survivors’)</a:t>
            </a:r>
          </a:p>
        </p:txBody>
      </p:sp>
    </p:spTree>
    <p:extLst>
      <p:ext uri="{BB962C8B-B14F-4D97-AF65-F5344CB8AC3E}">
        <p14:creationId xmlns:p14="http://schemas.microsoft.com/office/powerpoint/2010/main" val="3796538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1032C3-5D0F-48DF-9C30-40B17A80D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500" b="1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언리얼</a:t>
            </a:r>
            <a:r>
              <a:rPr lang="ko-KR" altLang="en-US" sz="25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엔진 </a:t>
            </a:r>
            <a:r>
              <a:rPr lang="en-US" altLang="ko-KR" sz="25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25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를 사용하여 </a:t>
            </a:r>
            <a:r>
              <a:rPr lang="en-US" altLang="ko-KR" sz="25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2500" b="1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거북섬</a:t>
            </a:r>
            <a:r>
              <a:rPr lang="en-US" altLang="ko-KR" sz="25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25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구현 </a:t>
            </a:r>
            <a:endParaRPr lang="en-US" altLang="ko-KR" sz="25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2500" b="1" kern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로그라이크와</a:t>
            </a:r>
            <a:r>
              <a:rPr lang="ko-KR" altLang="en-US" sz="25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5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RPG </a:t>
            </a:r>
            <a:r>
              <a:rPr lang="ko-KR" altLang="en-US" sz="25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요소를 융합해 신선한 장르의 게임 개발</a:t>
            </a:r>
            <a:endParaRPr lang="en-US" altLang="ko-KR" sz="2500" b="1" kern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25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IOCP </a:t>
            </a:r>
            <a:r>
              <a:rPr lang="ko-KR" altLang="en-US" sz="2500" b="1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멀티스레드</a:t>
            </a:r>
            <a:r>
              <a:rPr lang="ko-KR" altLang="en-US" sz="25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서버와 </a:t>
            </a:r>
            <a:r>
              <a:rPr lang="en-US" altLang="ko-KR" sz="25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MySQL</a:t>
            </a:r>
            <a:r>
              <a:rPr lang="ko-KR" altLang="en-US" sz="25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사용한 </a:t>
            </a:r>
            <a:r>
              <a:rPr lang="en-US" altLang="ko-KR" sz="25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MORPG(</a:t>
            </a:r>
            <a:r>
              <a:rPr lang="ko-KR" altLang="en-US" sz="25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다중 사용자 온라인 </a:t>
            </a:r>
            <a:r>
              <a:rPr lang="en-US" altLang="ko-KR" sz="25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RPG)</a:t>
            </a:r>
            <a:r>
              <a:rPr lang="ko-KR" altLang="en-US" sz="25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를 개발</a:t>
            </a:r>
            <a:endParaRPr lang="en-US" altLang="ko-KR" sz="25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2500" b="1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로컬 </a:t>
            </a:r>
            <a:r>
              <a:rPr lang="en-US" altLang="ko-KR" sz="2500" b="1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LLM</a:t>
            </a:r>
            <a:r>
              <a:rPr lang="ko-KR" altLang="en-US" sz="2500" b="1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을 이용한 </a:t>
            </a:r>
            <a:r>
              <a:rPr lang="en-US" altLang="ko-KR" sz="2500" b="1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NPC </a:t>
            </a:r>
            <a:r>
              <a:rPr lang="ko-KR" altLang="en-US" sz="2500" b="1" kern="0" dirty="0" err="1">
                <a:solidFill>
                  <a:srgbClr val="000000"/>
                </a:solidFill>
                <a:latin typeface="함초롬바탕" panose="02030604000101010101" pitchFamily="18" charset="-127"/>
              </a:rPr>
              <a:t>챗봇</a:t>
            </a:r>
            <a:r>
              <a:rPr lang="ko-KR" altLang="en-US" sz="2500" b="1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 구현</a:t>
            </a:r>
            <a:endParaRPr lang="ko-KR" altLang="en-US" sz="2500" b="1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1CB5173-8151-4A28-9D43-DB4F7305E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04 </a:t>
            </a:r>
            <a:r>
              <a:rPr lang="ko-KR" altLang="en-US" dirty="0"/>
              <a:t>연구 목적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061579-07D5-47D4-AD15-C3E7F5F0E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BBF3-84B6-43B3-BD51-448C3D0981B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747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C0B332-080A-4144-A002-8A901508B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6631" y="1861355"/>
            <a:ext cx="5342823" cy="3450613"/>
          </a:xfrm>
        </p:spPr>
        <p:txBody>
          <a:bodyPr>
            <a:noAutofit/>
          </a:bodyPr>
          <a:lstStyle/>
          <a:p>
            <a:r>
              <a:rPr lang="ko-KR" altLang="en-US" sz="2200" b="1" dirty="0"/>
              <a:t>장르 </a:t>
            </a:r>
            <a:r>
              <a:rPr lang="en-US" altLang="ko-KR" sz="2200" b="1" dirty="0"/>
              <a:t>: </a:t>
            </a:r>
            <a:r>
              <a:rPr lang="ko-KR" altLang="en-US" sz="2200" b="1" dirty="0" err="1"/>
              <a:t>로그라이크</a:t>
            </a:r>
            <a:r>
              <a:rPr lang="en-US" altLang="ko-KR" sz="2200" b="1" dirty="0"/>
              <a:t>,  </a:t>
            </a:r>
            <a:r>
              <a:rPr lang="ko-KR" altLang="en-US" sz="2200" b="1" dirty="0"/>
              <a:t>협동</a:t>
            </a:r>
            <a:r>
              <a:rPr lang="en-US" altLang="ko-KR" sz="2200" b="1" dirty="0"/>
              <a:t>,  MORPG</a:t>
            </a:r>
          </a:p>
          <a:p>
            <a:r>
              <a:rPr lang="ko-KR" altLang="en-US" sz="2200" b="1" dirty="0"/>
              <a:t>플레이어는 </a:t>
            </a:r>
            <a:r>
              <a:rPr lang="ko-KR" altLang="en-US" sz="2200" b="1" dirty="0" err="1"/>
              <a:t>거북섬</a:t>
            </a:r>
            <a:r>
              <a:rPr lang="ko-KR" altLang="en-US" sz="2200" b="1" dirty="0"/>
              <a:t> 남쪽에 </a:t>
            </a:r>
            <a:r>
              <a:rPr lang="ko-KR" altLang="en-US" sz="2200" b="1" dirty="0" err="1"/>
              <a:t>스폰</a:t>
            </a:r>
            <a:endParaRPr lang="en-US" altLang="ko-KR" sz="2200" b="1" dirty="0"/>
          </a:p>
          <a:p>
            <a:r>
              <a:rPr lang="ko-KR" altLang="en-US" sz="2200" b="1" dirty="0" err="1"/>
              <a:t>거북섬</a:t>
            </a:r>
            <a:r>
              <a:rPr lang="ko-KR" altLang="en-US" sz="2200" b="1" dirty="0"/>
              <a:t> 안의 몬스터를 잡아 레벨 업</a:t>
            </a:r>
            <a:endParaRPr lang="en-US" altLang="ko-KR" sz="2200" b="1" dirty="0"/>
          </a:p>
          <a:p>
            <a:r>
              <a:rPr lang="ko-KR" altLang="en-US" sz="2200" b="1" dirty="0"/>
              <a:t>레벨 상승 시 무작위 증강 선택 및 스킬 업그레이드 가능</a:t>
            </a:r>
            <a:endParaRPr lang="en-US" altLang="ko-KR" sz="2200" b="1" dirty="0"/>
          </a:p>
          <a:p>
            <a:r>
              <a:rPr lang="ko-KR" altLang="en-US" sz="2200" b="1" dirty="0"/>
              <a:t>최종적으로 플레이어들이 협력하여 섬 북쪽에 있는 보스 몬스터 처치</a:t>
            </a:r>
            <a:endParaRPr lang="en-US" altLang="ko-KR" sz="2200" b="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AA9F711-5551-4B94-9CC2-15E0A59FA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05 </a:t>
            </a:r>
            <a:r>
              <a:rPr lang="ko-KR" altLang="en-US" dirty="0"/>
              <a:t>게임 소개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65992D5-8D4B-45D4-9791-A222EB67A1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134" y="2247094"/>
            <a:ext cx="4769675" cy="2679137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A0A417-0423-469C-91A9-8EC55EF36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BBF3-84B6-43B3-BD51-448C3D0981B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00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1BF757-BFA5-4A97-A52F-2C391866B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예상 플레이 시간</a:t>
            </a:r>
            <a:r>
              <a:rPr lang="en-US" altLang="ko-KR" dirty="0"/>
              <a:t>: 10</a:t>
            </a:r>
            <a:r>
              <a:rPr lang="ko-KR" altLang="en-US" dirty="0"/>
              <a:t>분</a:t>
            </a:r>
            <a:r>
              <a:rPr lang="en-US" altLang="ko-KR" dirty="0"/>
              <a:t>~20</a:t>
            </a:r>
            <a:r>
              <a:rPr lang="ko-KR" altLang="en-US" dirty="0"/>
              <a:t>분</a:t>
            </a:r>
            <a:endParaRPr lang="en-US" altLang="ko-KR" dirty="0"/>
          </a:p>
          <a:p>
            <a:r>
              <a:rPr lang="ko-KR" altLang="en-US" dirty="0"/>
              <a:t>한 게임 최대 플레이어 수</a:t>
            </a:r>
            <a:r>
              <a:rPr lang="en-US" altLang="ko-KR" dirty="0"/>
              <a:t>: 4</a:t>
            </a:r>
            <a:r>
              <a:rPr lang="ko-KR" altLang="en-US" dirty="0"/>
              <a:t>명</a:t>
            </a:r>
            <a:endParaRPr lang="en-US" altLang="ko-KR" dirty="0"/>
          </a:p>
          <a:p>
            <a:r>
              <a:rPr lang="ko-KR" altLang="en-US" dirty="0"/>
              <a:t>캐릭터 개수</a:t>
            </a:r>
            <a:r>
              <a:rPr lang="en-US" altLang="ko-KR" dirty="0"/>
              <a:t>: 4</a:t>
            </a:r>
            <a:r>
              <a:rPr lang="ko-KR" altLang="en-US" dirty="0"/>
              <a:t>개</a:t>
            </a:r>
            <a:endParaRPr lang="en-US" altLang="ko-KR" dirty="0"/>
          </a:p>
          <a:p>
            <a:r>
              <a:rPr lang="ko-KR" altLang="en-US" dirty="0"/>
              <a:t>스킬 개수</a:t>
            </a:r>
            <a:r>
              <a:rPr lang="en-US" altLang="ko-KR" dirty="0"/>
              <a:t>: </a:t>
            </a:r>
            <a:r>
              <a:rPr lang="ko-KR" altLang="en-US" dirty="0"/>
              <a:t>캐릭터 당 </a:t>
            </a:r>
            <a:r>
              <a:rPr lang="en-US" altLang="ko-KR" dirty="0"/>
              <a:t>2</a:t>
            </a:r>
            <a:r>
              <a:rPr lang="ko-KR" altLang="en-US" dirty="0"/>
              <a:t>개</a:t>
            </a:r>
            <a:r>
              <a:rPr lang="en-US" altLang="ko-KR" dirty="0"/>
              <a:t>(</a:t>
            </a:r>
            <a:r>
              <a:rPr lang="ko-KR" altLang="en-US" dirty="0"/>
              <a:t>총 </a:t>
            </a:r>
            <a:r>
              <a:rPr lang="en-US" altLang="ko-KR" dirty="0"/>
              <a:t>8</a:t>
            </a:r>
            <a:r>
              <a:rPr lang="ko-KR" altLang="en-US" dirty="0"/>
              <a:t>개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증강 개수</a:t>
            </a:r>
            <a:r>
              <a:rPr lang="en-US" altLang="ko-KR" dirty="0"/>
              <a:t>: 30</a:t>
            </a:r>
            <a:r>
              <a:rPr lang="ko-KR" altLang="en-US" dirty="0"/>
              <a:t>개</a:t>
            </a:r>
            <a:endParaRPr lang="en-US" altLang="ko-KR" dirty="0"/>
          </a:p>
          <a:p>
            <a:r>
              <a:rPr lang="ko-KR" altLang="en-US" dirty="0"/>
              <a:t>퀘스트 개수</a:t>
            </a:r>
            <a:r>
              <a:rPr lang="en-US" altLang="ko-KR" dirty="0"/>
              <a:t>: 10</a:t>
            </a:r>
            <a:r>
              <a:rPr lang="ko-KR" altLang="en-US" dirty="0"/>
              <a:t>개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D7945CC-0B68-40FC-B404-515A12A9D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05 </a:t>
            </a:r>
            <a:r>
              <a:rPr lang="ko-KR" altLang="en-US" dirty="0"/>
              <a:t>게임 소개 </a:t>
            </a:r>
            <a:r>
              <a:rPr lang="en-US" altLang="ko-KR" dirty="0"/>
              <a:t>– </a:t>
            </a:r>
            <a:r>
              <a:rPr lang="ko-KR" altLang="en-US" dirty="0"/>
              <a:t>게임 규모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7CFDCF-08A4-4D0F-B48A-2C0522F20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BBF3-84B6-43B3-BD51-448C3D0981B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190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19854CA-7BFA-46D8-9DC7-848CDAFFE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BBF3-84B6-43B3-BD51-448C3D0981BF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75BAABC-3E6D-4B6B-B97F-82C0671DF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05 </a:t>
            </a:r>
            <a:r>
              <a:rPr lang="ko-KR" altLang="en-US" dirty="0"/>
              <a:t>게임 소개 </a:t>
            </a:r>
            <a:r>
              <a:rPr lang="en-US" altLang="ko-KR" dirty="0"/>
              <a:t>– </a:t>
            </a:r>
            <a:r>
              <a:rPr lang="ko-KR" altLang="en-US" dirty="0"/>
              <a:t>맵 구조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FC4A6AFC-2395-41E8-9D84-CC32657E0C84}"/>
              </a:ext>
            </a:extLst>
          </p:cNvPr>
          <p:cNvGrpSpPr/>
          <p:nvPr/>
        </p:nvGrpSpPr>
        <p:grpSpPr>
          <a:xfrm>
            <a:off x="609600" y="1742282"/>
            <a:ext cx="5978464" cy="4559300"/>
            <a:chOff x="3106768" y="1592327"/>
            <a:chExt cx="5978464" cy="4559300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7519367A-1E15-47B1-8E41-10A61822F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06768" y="1592327"/>
              <a:ext cx="5978464" cy="4559300"/>
            </a:xfrm>
            <a:prstGeom prst="rect">
              <a:avLst/>
            </a:prstGeom>
          </p:spPr>
        </p:pic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8D4CCFB-8727-4961-9517-93F8D2FBE980}"/>
                </a:ext>
              </a:extLst>
            </p:cNvPr>
            <p:cNvSpPr/>
            <p:nvPr/>
          </p:nvSpPr>
          <p:spPr>
            <a:xfrm>
              <a:off x="8262420" y="4033169"/>
              <a:ext cx="221180" cy="22118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55F5D410-D24D-4C36-9ADD-1EE357F147D6}"/>
                </a:ext>
              </a:extLst>
            </p:cNvPr>
            <p:cNvSpPr/>
            <p:nvPr/>
          </p:nvSpPr>
          <p:spPr>
            <a:xfrm>
              <a:off x="8262420" y="4594623"/>
              <a:ext cx="221180" cy="22118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93607DD3-46EA-47DA-881A-34CE29AFAD74}"/>
                </a:ext>
              </a:extLst>
            </p:cNvPr>
            <p:cNvSpPr/>
            <p:nvPr/>
          </p:nvSpPr>
          <p:spPr>
            <a:xfrm>
              <a:off x="7937500" y="5141343"/>
              <a:ext cx="221180" cy="22118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BBD1BCBB-AB2E-47E1-BC00-11A07745CC98}"/>
                </a:ext>
              </a:extLst>
            </p:cNvPr>
            <p:cNvSpPr/>
            <p:nvPr/>
          </p:nvSpPr>
          <p:spPr>
            <a:xfrm>
              <a:off x="7445170" y="5592163"/>
              <a:ext cx="221180" cy="22118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타원 20">
            <a:extLst>
              <a:ext uri="{FF2B5EF4-FFF2-40B4-BE49-F238E27FC236}">
                <a16:creationId xmlns:a16="http://schemas.microsoft.com/office/drawing/2014/main" id="{23AB98A2-9F02-4948-AA5C-743851330B76}"/>
              </a:ext>
            </a:extLst>
          </p:cNvPr>
          <p:cNvSpPr/>
          <p:nvPr/>
        </p:nvSpPr>
        <p:spPr>
          <a:xfrm>
            <a:off x="6998496" y="1816039"/>
            <a:ext cx="221180" cy="2211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DEC348-928B-4186-B984-D4FE66E0965A}"/>
              </a:ext>
            </a:extLst>
          </p:cNvPr>
          <p:cNvSpPr txBox="1"/>
          <p:nvPr/>
        </p:nvSpPr>
        <p:spPr>
          <a:xfrm>
            <a:off x="7315200" y="1742282"/>
            <a:ext cx="215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플레이어 </a:t>
            </a:r>
            <a:r>
              <a:rPr lang="ko-KR" altLang="en-US" dirty="0" err="1"/>
              <a:t>스폰</a:t>
            </a:r>
            <a:r>
              <a:rPr lang="ko-KR" altLang="en-US" dirty="0"/>
              <a:t> 위치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9733F922-1543-444A-9065-CACB49F18726}"/>
              </a:ext>
            </a:extLst>
          </p:cNvPr>
          <p:cNvSpPr/>
          <p:nvPr/>
        </p:nvSpPr>
        <p:spPr>
          <a:xfrm>
            <a:off x="1385322" y="2660118"/>
            <a:ext cx="221180" cy="22118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C95A5AD2-AD2A-4BD2-914D-7B130414392C}"/>
              </a:ext>
            </a:extLst>
          </p:cNvPr>
          <p:cNvSpPr/>
          <p:nvPr/>
        </p:nvSpPr>
        <p:spPr>
          <a:xfrm>
            <a:off x="6998496" y="2285230"/>
            <a:ext cx="221180" cy="22118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195546-ABBD-4182-8C71-A967CF017C5A}"/>
              </a:ext>
            </a:extLst>
          </p:cNvPr>
          <p:cNvSpPr txBox="1"/>
          <p:nvPr/>
        </p:nvSpPr>
        <p:spPr>
          <a:xfrm>
            <a:off x="7321824" y="2211154"/>
            <a:ext cx="257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보스몬스터</a:t>
            </a:r>
            <a:r>
              <a:rPr lang="ko-KR" altLang="en-US" dirty="0"/>
              <a:t> </a:t>
            </a:r>
            <a:r>
              <a:rPr lang="ko-KR" altLang="en-US" dirty="0" err="1"/>
              <a:t>스폰</a:t>
            </a:r>
            <a:r>
              <a:rPr lang="ko-KR" altLang="en-US" dirty="0"/>
              <a:t> 위치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8ED9DF0B-3828-46E9-961A-8D13806AA6A6}"/>
              </a:ext>
            </a:extLst>
          </p:cNvPr>
          <p:cNvSpPr/>
          <p:nvPr/>
        </p:nvSpPr>
        <p:spPr>
          <a:xfrm>
            <a:off x="2337822" y="3401998"/>
            <a:ext cx="221180" cy="22118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6ABE712-7D4A-4FDA-A2B2-53268FAF4649}"/>
              </a:ext>
            </a:extLst>
          </p:cNvPr>
          <p:cNvSpPr/>
          <p:nvPr/>
        </p:nvSpPr>
        <p:spPr>
          <a:xfrm>
            <a:off x="6998496" y="2736286"/>
            <a:ext cx="221180" cy="22118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162244-FD42-41B7-B3C1-B144AC10CF42}"/>
              </a:ext>
            </a:extLst>
          </p:cNvPr>
          <p:cNvSpPr txBox="1"/>
          <p:nvPr/>
        </p:nvSpPr>
        <p:spPr>
          <a:xfrm>
            <a:off x="7277100" y="2683900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위치에 플레이어 전원 모이면 보스 출현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40F3BDEF-A18F-4938-A262-22587884864F}"/>
              </a:ext>
            </a:extLst>
          </p:cNvPr>
          <p:cNvGrpSpPr/>
          <p:nvPr/>
        </p:nvGrpSpPr>
        <p:grpSpPr>
          <a:xfrm>
            <a:off x="609600" y="6406372"/>
            <a:ext cx="5978464" cy="369332"/>
            <a:chOff x="609600" y="6406372"/>
            <a:chExt cx="5978464" cy="369332"/>
          </a:xfrm>
        </p:grpSpPr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79E65B8-1F9B-4FB4-8AB8-0E845029B5E7}"/>
                </a:ext>
              </a:extLst>
            </p:cNvPr>
            <p:cNvCxnSpPr/>
            <p:nvPr/>
          </p:nvCxnSpPr>
          <p:spPr>
            <a:xfrm>
              <a:off x="609600" y="6473952"/>
              <a:ext cx="0" cy="20624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565D525-4333-401B-920C-E8F776544120}"/>
                </a:ext>
              </a:extLst>
            </p:cNvPr>
            <p:cNvCxnSpPr>
              <a:cxnSpLocks/>
            </p:cNvCxnSpPr>
            <p:nvPr/>
          </p:nvCxnSpPr>
          <p:spPr>
            <a:xfrm>
              <a:off x="6588064" y="6473952"/>
              <a:ext cx="0" cy="20624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D452808D-B8F9-450E-A607-68E7EF6B30FF}"/>
                </a:ext>
              </a:extLst>
            </p:cNvPr>
            <p:cNvCxnSpPr/>
            <p:nvPr/>
          </p:nvCxnSpPr>
          <p:spPr>
            <a:xfrm>
              <a:off x="609600" y="6578600"/>
              <a:ext cx="26162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3238C133-9895-4F11-B117-D93D5CF56D54}"/>
                </a:ext>
              </a:extLst>
            </p:cNvPr>
            <p:cNvCxnSpPr/>
            <p:nvPr/>
          </p:nvCxnSpPr>
          <p:spPr>
            <a:xfrm>
              <a:off x="3971864" y="6578600"/>
              <a:ext cx="26162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32F01FF-848E-4C33-B424-F2E5343CA098}"/>
                </a:ext>
              </a:extLst>
            </p:cNvPr>
            <p:cNvSpPr txBox="1"/>
            <p:nvPr/>
          </p:nvSpPr>
          <p:spPr>
            <a:xfrm>
              <a:off x="3225800" y="6406372"/>
              <a:ext cx="88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500m</a:t>
              </a:r>
              <a:endParaRPr lang="ko-KR" altLang="en-US" dirty="0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67CBB2E-B2E8-4D58-ADB8-1D5ABD1E07CB}"/>
              </a:ext>
            </a:extLst>
          </p:cNvPr>
          <p:cNvGrpSpPr/>
          <p:nvPr/>
        </p:nvGrpSpPr>
        <p:grpSpPr>
          <a:xfrm rot="5400000">
            <a:off x="-1862829" y="3527018"/>
            <a:ext cx="4559300" cy="964429"/>
            <a:chOff x="609600" y="6007486"/>
            <a:chExt cx="5978464" cy="964429"/>
          </a:xfrm>
        </p:grpSpPr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43F85CA6-AE21-4A71-9BAD-DAF2334A246C}"/>
                </a:ext>
              </a:extLst>
            </p:cNvPr>
            <p:cNvCxnSpPr/>
            <p:nvPr/>
          </p:nvCxnSpPr>
          <p:spPr>
            <a:xfrm>
              <a:off x="609600" y="6473952"/>
              <a:ext cx="0" cy="20624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6D9A9943-304B-404A-8D76-B6362A2C986D}"/>
                </a:ext>
              </a:extLst>
            </p:cNvPr>
            <p:cNvCxnSpPr>
              <a:cxnSpLocks/>
            </p:cNvCxnSpPr>
            <p:nvPr/>
          </p:nvCxnSpPr>
          <p:spPr>
            <a:xfrm>
              <a:off x="6588064" y="6473952"/>
              <a:ext cx="0" cy="20624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F339F12C-D504-45C8-96CE-AB6BDD90C0D1}"/>
                </a:ext>
              </a:extLst>
            </p:cNvPr>
            <p:cNvCxnSpPr/>
            <p:nvPr/>
          </p:nvCxnSpPr>
          <p:spPr>
            <a:xfrm>
              <a:off x="609600" y="6578600"/>
              <a:ext cx="26162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4BE212B5-11FA-4389-BF07-4E669D1467B9}"/>
                </a:ext>
              </a:extLst>
            </p:cNvPr>
            <p:cNvCxnSpPr/>
            <p:nvPr/>
          </p:nvCxnSpPr>
          <p:spPr>
            <a:xfrm>
              <a:off x="3971864" y="6578600"/>
              <a:ext cx="26162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CC1355A-5CD8-49AE-BC88-836924C03F92}"/>
                </a:ext>
              </a:extLst>
            </p:cNvPr>
            <p:cNvSpPr txBox="1"/>
            <p:nvPr/>
          </p:nvSpPr>
          <p:spPr>
            <a:xfrm rot="16200000">
              <a:off x="3045894" y="6247554"/>
              <a:ext cx="964429" cy="4842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400m</a:t>
              </a:r>
              <a:endParaRPr lang="ko-KR" altLang="en-US" dirty="0"/>
            </a:p>
          </p:txBody>
        </p:sp>
      </p:grpSp>
      <p:sp>
        <p:nvSpPr>
          <p:cNvPr id="45" name="타원 44">
            <a:extLst>
              <a:ext uri="{FF2B5EF4-FFF2-40B4-BE49-F238E27FC236}">
                <a16:creationId xmlns:a16="http://schemas.microsoft.com/office/drawing/2014/main" id="{D04E2783-74A7-4CEF-BD51-D0FA8511E2F4}"/>
              </a:ext>
            </a:extLst>
          </p:cNvPr>
          <p:cNvSpPr/>
          <p:nvPr/>
        </p:nvSpPr>
        <p:spPr>
          <a:xfrm>
            <a:off x="6998496" y="3601488"/>
            <a:ext cx="221180" cy="22118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AAFF643-6BE8-449D-9A34-0D4DEB4A5113}"/>
              </a:ext>
            </a:extLst>
          </p:cNvPr>
          <p:cNvSpPr txBox="1"/>
          <p:nvPr/>
        </p:nvSpPr>
        <p:spPr>
          <a:xfrm>
            <a:off x="7277100" y="3540085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NPC / </a:t>
            </a:r>
            <a:r>
              <a:rPr lang="ko-KR" altLang="en-US" dirty="0"/>
              <a:t>퀘스트 수령 위치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69E07B4B-445F-444C-8036-3B10438F41BD}"/>
              </a:ext>
            </a:extLst>
          </p:cNvPr>
          <p:cNvSpPr/>
          <p:nvPr/>
        </p:nvSpPr>
        <p:spPr>
          <a:xfrm>
            <a:off x="3600381" y="2555054"/>
            <a:ext cx="221180" cy="22118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5C7165C5-3CD3-4D22-8A5F-7731A7AB62C3}"/>
              </a:ext>
            </a:extLst>
          </p:cNvPr>
          <p:cNvSpPr/>
          <p:nvPr/>
        </p:nvSpPr>
        <p:spPr>
          <a:xfrm>
            <a:off x="2213393" y="4553761"/>
            <a:ext cx="221180" cy="22118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017D292E-E4AD-4880-B7CA-D47BCF794248}"/>
              </a:ext>
            </a:extLst>
          </p:cNvPr>
          <p:cNvSpPr/>
          <p:nvPr/>
        </p:nvSpPr>
        <p:spPr>
          <a:xfrm>
            <a:off x="3409091" y="3942338"/>
            <a:ext cx="221180" cy="22118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F89E9D63-02B3-4742-A76A-580763653AFC}"/>
              </a:ext>
            </a:extLst>
          </p:cNvPr>
          <p:cNvSpPr/>
          <p:nvPr/>
        </p:nvSpPr>
        <p:spPr>
          <a:xfrm>
            <a:off x="3585752" y="5329622"/>
            <a:ext cx="221180" cy="22118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CC9FC424-DA6B-4496-BFB7-ABF3770D3EAC}"/>
              </a:ext>
            </a:extLst>
          </p:cNvPr>
          <p:cNvSpPr/>
          <p:nvPr/>
        </p:nvSpPr>
        <p:spPr>
          <a:xfrm>
            <a:off x="4803666" y="3503571"/>
            <a:ext cx="221180" cy="22118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726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617F4D1-5044-49F1-A6D8-02B7ACE79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BBF3-84B6-43B3-BD51-448C3D0981BF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F180F69-E976-43DF-9194-32B1D35A3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05 </a:t>
            </a:r>
            <a:r>
              <a:rPr lang="ko-KR" altLang="en-US" dirty="0"/>
              <a:t>게임 소개 </a:t>
            </a:r>
            <a:r>
              <a:rPr lang="en-US" altLang="ko-KR" dirty="0"/>
              <a:t>- </a:t>
            </a:r>
            <a:r>
              <a:rPr lang="ko-KR" altLang="en-US" dirty="0"/>
              <a:t>조작법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A17FF91-5D46-48E9-A18F-1302E5B197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058" y="1940698"/>
            <a:ext cx="5760942" cy="18811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C4DAEF-9DB5-46DE-9331-E2650D4C9355}"/>
              </a:ext>
            </a:extLst>
          </p:cNvPr>
          <p:cNvSpPr txBox="1"/>
          <p:nvPr/>
        </p:nvSpPr>
        <p:spPr>
          <a:xfrm>
            <a:off x="6784086" y="2054998"/>
            <a:ext cx="34925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00" b="1" dirty="0"/>
              <a:t>WASD – </a:t>
            </a:r>
            <a:r>
              <a:rPr lang="ko-KR" altLang="en-US" sz="2600" b="1" dirty="0"/>
              <a:t>이동</a:t>
            </a:r>
            <a:endParaRPr lang="en-US" altLang="ko-KR" sz="2600" b="1" dirty="0"/>
          </a:p>
          <a:p>
            <a:r>
              <a:rPr lang="en-US" altLang="ko-KR" sz="2600" b="1" dirty="0"/>
              <a:t>Space – </a:t>
            </a:r>
            <a:r>
              <a:rPr lang="ko-KR" altLang="en-US" sz="2600" b="1" dirty="0"/>
              <a:t>점프</a:t>
            </a:r>
            <a:endParaRPr lang="en-US" altLang="ko-KR" sz="2600" b="1" dirty="0"/>
          </a:p>
          <a:p>
            <a:r>
              <a:rPr lang="en-US" altLang="ko-KR" sz="2600" b="1" dirty="0"/>
              <a:t>Q, E – </a:t>
            </a:r>
            <a:r>
              <a:rPr lang="ko-KR" altLang="en-US" sz="2600" b="1" dirty="0"/>
              <a:t>스킬</a:t>
            </a:r>
            <a:endParaRPr lang="en-US" altLang="ko-KR" sz="2600" b="1" dirty="0"/>
          </a:p>
          <a:p>
            <a:r>
              <a:rPr lang="ko-KR" altLang="en-US" sz="2600" b="1" dirty="0"/>
              <a:t>마우스 이동 </a:t>
            </a:r>
            <a:r>
              <a:rPr lang="en-US" altLang="ko-KR" sz="2200" b="1" dirty="0"/>
              <a:t>– </a:t>
            </a:r>
            <a:r>
              <a:rPr lang="ko-KR" altLang="en-US" sz="2200" b="1" dirty="0"/>
              <a:t>시야 이동</a:t>
            </a:r>
            <a:r>
              <a:rPr lang="en-US" altLang="ko-KR" sz="2200" b="1" dirty="0"/>
              <a:t> 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DD84CD9-30B0-453B-A4A6-ED7EA1B67B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130" y="3886200"/>
            <a:ext cx="29718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854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17B6B6-BD16-4EBC-90C8-327CCE7BC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05 </a:t>
            </a:r>
            <a:r>
              <a:rPr lang="ko-KR" altLang="en-US" dirty="0"/>
              <a:t>게임 소개</a:t>
            </a:r>
            <a:r>
              <a:rPr lang="en-US" altLang="ko-KR" dirty="0"/>
              <a:t> – </a:t>
            </a:r>
            <a:r>
              <a:rPr lang="ko-KR" altLang="en-US" dirty="0"/>
              <a:t>게임 흐름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8900063-D2EF-4128-9B6E-596B15E53170}"/>
              </a:ext>
            </a:extLst>
          </p:cNvPr>
          <p:cNvSpPr/>
          <p:nvPr/>
        </p:nvSpPr>
        <p:spPr>
          <a:xfrm>
            <a:off x="262892" y="1783079"/>
            <a:ext cx="1188720" cy="94488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200" b="1" dirty="0">
                <a:solidFill>
                  <a:schemeClr val="tx1"/>
                </a:solidFill>
              </a:rPr>
              <a:t>-</a:t>
            </a:r>
            <a:r>
              <a:rPr lang="ko-KR" altLang="en-US" sz="2200" b="1" dirty="0">
                <a:solidFill>
                  <a:schemeClr val="tx1"/>
                </a:solidFill>
              </a:rPr>
              <a:t>로비</a:t>
            </a:r>
            <a:r>
              <a:rPr lang="en-US" altLang="ko-KR" sz="2200" b="1" dirty="0">
                <a:solidFill>
                  <a:schemeClr val="tx1"/>
                </a:solidFill>
              </a:rPr>
              <a:t>-</a:t>
            </a:r>
          </a:p>
          <a:p>
            <a:pPr algn="ctr"/>
            <a:r>
              <a:rPr lang="ko-KR" altLang="en-US" b="1" dirty="0">
                <a:solidFill>
                  <a:srgbClr val="002060"/>
                </a:solidFill>
              </a:rPr>
              <a:t>상점</a:t>
            </a:r>
            <a:endParaRPr lang="en-US" altLang="ko-KR" b="1" dirty="0">
              <a:solidFill>
                <a:srgbClr val="00206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AB31640-1280-44B6-8415-A792300A3F7B}"/>
              </a:ext>
            </a:extLst>
          </p:cNvPr>
          <p:cNvSpPr/>
          <p:nvPr/>
        </p:nvSpPr>
        <p:spPr>
          <a:xfrm>
            <a:off x="1853567" y="1783079"/>
            <a:ext cx="1554480" cy="94488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200" b="1" dirty="0">
                <a:solidFill>
                  <a:schemeClr val="tx1"/>
                </a:solidFill>
              </a:rPr>
              <a:t>-</a:t>
            </a:r>
            <a:r>
              <a:rPr lang="ko-KR" altLang="en-US" sz="2200" b="1" dirty="0">
                <a:solidFill>
                  <a:schemeClr val="tx1"/>
                </a:solidFill>
              </a:rPr>
              <a:t>게임 룸</a:t>
            </a:r>
            <a:r>
              <a:rPr lang="en-US" altLang="ko-KR" sz="2200" b="1" dirty="0">
                <a:solidFill>
                  <a:schemeClr val="tx1"/>
                </a:solidFill>
              </a:rPr>
              <a:t>-</a:t>
            </a:r>
          </a:p>
          <a:p>
            <a:pPr algn="ctr"/>
            <a:r>
              <a:rPr lang="ko-KR" altLang="en-US" b="1" dirty="0">
                <a:solidFill>
                  <a:srgbClr val="002060"/>
                </a:solidFill>
              </a:rPr>
              <a:t>캐릭터 선택</a:t>
            </a:r>
            <a:endParaRPr lang="en-US" altLang="ko-KR" b="1" dirty="0">
              <a:solidFill>
                <a:srgbClr val="00206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7FF3499-78DA-4410-8338-B8C7EC75608A}"/>
              </a:ext>
            </a:extLst>
          </p:cNvPr>
          <p:cNvSpPr/>
          <p:nvPr/>
        </p:nvSpPr>
        <p:spPr>
          <a:xfrm>
            <a:off x="3804288" y="1783079"/>
            <a:ext cx="1188720" cy="94488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게임　시작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FCC65C8-AA56-4D1D-9A31-D85D16910F3C}"/>
              </a:ext>
            </a:extLst>
          </p:cNvPr>
          <p:cNvSpPr/>
          <p:nvPr/>
        </p:nvSpPr>
        <p:spPr>
          <a:xfrm>
            <a:off x="6014090" y="1874518"/>
            <a:ext cx="1188720" cy="94488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몬스터　사냥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85E5410-921C-4161-85C5-4BABF0CF9D13}"/>
              </a:ext>
            </a:extLst>
          </p:cNvPr>
          <p:cNvSpPr/>
          <p:nvPr/>
        </p:nvSpPr>
        <p:spPr>
          <a:xfrm>
            <a:off x="6014090" y="3733798"/>
            <a:ext cx="1188720" cy="94488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퀘스트</a:t>
            </a:r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수령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F3648CC-9D31-4BDF-9FCA-D666CFFBEDE9}"/>
              </a:ext>
            </a:extLst>
          </p:cNvPr>
          <p:cNvGrpSpPr/>
          <p:nvPr/>
        </p:nvGrpSpPr>
        <p:grpSpPr>
          <a:xfrm>
            <a:off x="7202809" y="2590798"/>
            <a:ext cx="609601" cy="1798318"/>
            <a:chOff x="7726679" y="2362200"/>
            <a:chExt cx="859156" cy="1798318"/>
          </a:xfrm>
        </p:grpSpPr>
        <p:cxnSp>
          <p:nvCxnSpPr>
            <p:cNvPr id="22" name="연결선: 꺾임 21">
              <a:extLst>
                <a:ext uri="{FF2B5EF4-FFF2-40B4-BE49-F238E27FC236}">
                  <a16:creationId xmlns:a16="http://schemas.microsoft.com/office/drawing/2014/main" id="{4F3D31A6-93A0-44D4-AD20-A6CAA64EB88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7726679" y="3550919"/>
              <a:ext cx="859156" cy="609599"/>
            </a:xfrm>
            <a:prstGeom prst="bentConnector3">
              <a:avLst>
                <a:gd name="adj1" fmla="val 333"/>
              </a:avLst>
            </a:prstGeom>
            <a:ln w="508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연결선: 꺾임 24">
              <a:extLst>
                <a:ext uri="{FF2B5EF4-FFF2-40B4-BE49-F238E27FC236}">
                  <a16:creationId xmlns:a16="http://schemas.microsoft.com/office/drawing/2014/main" id="{16EFCAD0-7DB2-47B3-8ADB-2F1BB692123A}"/>
                </a:ext>
              </a:extLst>
            </p:cNvPr>
            <p:cNvCxnSpPr>
              <a:cxnSpLocks/>
            </p:cNvCxnSpPr>
            <p:nvPr/>
          </p:nvCxnSpPr>
          <p:spPr>
            <a:xfrm>
              <a:off x="7726680" y="2362200"/>
              <a:ext cx="859155" cy="1188720"/>
            </a:xfrm>
            <a:prstGeom prst="bentConnector2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7FAE068-DBC5-46A5-A2F1-247FCB8E3272}"/>
              </a:ext>
            </a:extLst>
          </p:cNvPr>
          <p:cNvGrpSpPr/>
          <p:nvPr/>
        </p:nvGrpSpPr>
        <p:grpSpPr>
          <a:xfrm rot="10800000">
            <a:off x="5389249" y="2590798"/>
            <a:ext cx="609599" cy="1798318"/>
            <a:chOff x="7726679" y="2362200"/>
            <a:chExt cx="859156" cy="1798318"/>
          </a:xfrm>
        </p:grpSpPr>
        <p:cxnSp>
          <p:nvCxnSpPr>
            <p:cNvPr id="31" name="연결선: 꺾임 30">
              <a:extLst>
                <a:ext uri="{FF2B5EF4-FFF2-40B4-BE49-F238E27FC236}">
                  <a16:creationId xmlns:a16="http://schemas.microsoft.com/office/drawing/2014/main" id="{6E15D106-6CC8-408B-9D5A-EFA90B7A0402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7726679" y="3550919"/>
              <a:ext cx="859156" cy="609599"/>
            </a:xfrm>
            <a:prstGeom prst="bentConnector3">
              <a:avLst>
                <a:gd name="adj1" fmla="val 333"/>
              </a:avLst>
            </a:prstGeom>
            <a:ln w="508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연결선: 꺾임 31">
              <a:extLst>
                <a:ext uri="{FF2B5EF4-FFF2-40B4-BE49-F238E27FC236}">
                  <a16:creationId xmlns:a16="http://schemas.microsoft.com/office/drawing/2014/main" id="{574A2619-E0B7-4924-AC08-5FAC7A7FC003}"/>
                </a:ext>
              </a:extLst>
            </p:cNvPr>
            <p:cNvCxnSpPr>
              <a:cxnSpLocks/>
            </p:cNvCxnSpPr>
            <p:nvPr/>
          </p:nvCxnSpPr>
          <p:spPr>
            <a:xfrm>
              <a:off x="7726680" y="2362200"/>
              <a:ext cx="859155" cy="1188720"/>
            </a:xfrm>
            <a:prstGeom prst="bentConnector2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3E4CC1C-EAA2-4633-9B81-FF7D29A67605}"/>
              </a:ext>
            </a:extLst>
          </p:cNvPr>
          <p:cNvSpPr/>
          <p:nvPr/>
        </p:nvSpPr>
        <p:spPr>
          <a:xfrm>
            <a:off x="8223892" y="1828794"/>
            <a:ext cx="1188720" cy="94488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보스 몬스터 레이드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7ACA1E0-3346-4C61-98FA-39E093EEB3E3}"/>
              </a:ext>
            </a:extLst>
          </p:cNvPr>
          <p:cNvSpPr/>
          <p:nvPr/>
        </p:nvSpPr>
        <p:spPr>
          <a:xfrm>
            <a:off x="10006972" y="1851658"/>
            <a:ext cx="1188720" cy="94488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게임 종료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589D0F5B-E7EE-42D3-8791-D32F6454DC85}"/>
              </a:ext>
            </a:extLst>
          </p:cNvPr>
          <p:cNvGrpSpPr/>
          <p:nvPr/>
        </p:nvGrpSpPr>
        <p:grpSpPr>
          <a:xfrm rot="5400000">
            <a:off x="5021575" y="419098"/>
            <a:ext cx="3307089" cy="8016242"/>
            <a:chOff x="7726679" y="2362200"/>
            <a:chExt cx="859156" cy="1798318"/>
          </a:xfrm>
        </p:grpSpPr>
        <p:cxnSp>
          <p:nvCxnSpPr>
            <p:cNvPr id="39" name="연결선: 꺾임 38">
              <a:extLst>
                <a:ext uri="{FF2B5EF4-FFF2-40B4-BE49-F238E27FC236}">
                  <a16:creationId xmlns:a16="http://schemas.microsoft.com/office/drawing/2014/main" id="{8E122FE9-9B0A-4888-A1AE-63C84195A1C1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7726679" y="3550919"/>
              <a:ext cx="859156" cy="609599"/>
            </a:xfrm>
            <a:prstGeom prst="bentConnector3">
              <a:avLst>
                <a:gd name="adj1" fmla="val 333"/>
              </a:avLst>
            </a:prstGeom>
            <a:ln w="508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연결선: 꺾임 39">
              <a:extLst>
                <a:ext uri="{FF2B5EF4-FFF2-40B4-BE49-F238E27FC236}">
                  <a16:creationId xmlns:a16="http://schemas.microsoft.com/office/drawing/2014/main" id="{A66285B4-2108-471F-8B46-EFBE85200047}"/>
                </a:ext>
              </a:extLst>
            </p:cNvPr>
            <p:cNvCxnSpPr>
              <a:cxnSpLocks/>
            </p:cNvCxnSpPr>
            <p:nvPr/>
          </p:nvCxnSpPr>
          <p:spPr>
            <a:xfrm>
              <a:off x="7726680" y="2362200"/>
              <a:ext cx="859155" cy="1188720"/>
            </a:xfrm>
            <a:prstGeom prst="bentConnector2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5520F55D-BE12-4C19-9B8D-C6BFD720215F}"/>
              </a:ext>
            </a:extLst>
          </p:cNvPr>
          <p:cNvCxnSpPr/>
          <p:nvPr/>
        </p:nvCxnSpPr>
        <p:spPr>
          <a:xfrm>
            <a:off x="1451612" y="2057400"/>
            <a:ext cx="40195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20CA1C5B-FB91-4917-92F6-BD10F6380B63}"/>
              </a:ext>
            </a:extLst>
          </p:cNvPr>
          <p:cNvCxnSpPr>
            <a:cxnSpLocks/>
          </p:cNvCxnSpPr>
          <p:nvPr/>
        </p:nvCxnSpPr>
        <p:spPr>
          <a:xfrm flipH="1">
            <a:off x="1451612" y="2514600"/>
            <a:ext cx="40195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6E5F99A-57BF-4CE9-879E-E5C7611D9517}"/>
              </a:ext>
            </a:extLst>
          </p:cNvPr>
          <p:cNvCxnSpPr/>
          <p:nvPr/>
        </p:nvCxnSpPr>
        <p:spPr>
          <a:xfrm>
            <a:off x="3408047" y="2270760"/>
            <a:ext cx="40195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4CD58DB8-5E35-4FB7-A43A-BD5BD8F21A56}"/>
              </a:ext>
            </a:extLst>
          </p:cNvPr>
          <p:cNvCxnSpPr>
            <a:cxnSpLocks/>
          </p:cNvCxnSpPr>
          <p:nvPr/>
        </p:nvCxnSpPr>
        <p:spPr>
          <a:xfrm>
            <a:off x="4987293" y="2270760"/>
            <a:ext cx="1011554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AEC7D356-6EFD-4FD2-BBC3-F41A875F9A76}"/>
              </a:ext>
            </a:extLst>
          </p:cNvPr>
          <p:cNvSpPr/>
          <p:nvPr/>
        </p:nvSpPr>
        <p:spPr>
          <a:xfrm>
            <a:off x="5669280" y="3032760"/>
            <a:ext cx="1920240" cy="53339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레벨 업</a:t>
            </a: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549754CC-B8D1-4CED-93D6-410E993FB0CC}"/>
              </a:ext>
            </a:extLst>
          </p:cNvPr>
          <p:cNvCxnSpPr>
            <a:cxnSpLocks/>
          </p:cNvCxnSpPr>
          <p:nvPr/>
        </p:nvCxnSpPr>
        <p:spPr>
          <a:xfrm>
            <a:off x="7212333" y="2270760"/>
            <a:ext cx="1011554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1C70C276-A96C-488D-8371-91FB8F28C0E1}"/>
              </a:ext>
            </a:extLst>
          </p:cNvPr>
          <p:cNvCxnSpPr>
            <a:cxnSpLocks/>
          </p:cNvCxnSpPr>
          <p:nvPr/>
        </p:nvCxnSpPr>
        <p:spPr>
          <a:xfrm>
            <a:off x="9412612" y="2270760"/>
            <a:ext cx="560067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슬라이드 번호 개체 틀 52">
            <a:extLst>
              <a:ext uri="{FF2B5EF4-FFF2-40B4-BE49-F238E27FC236}">
                <a16:creationId xmlns:a16="http://schemas.microsoft.com/office/drawing/2014/main" id="{FC1BC555-AF20-4AAE-B542-0402E8E79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BBF3-84B6-43B3-BD51-448C3D0981B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193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1BAA3A2-3122-409A-B213-67A6C1D5A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BBF3-84B6-43B3-BD51-448C3D0981BF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27832FE-BBDF-441C-9F6C-C778B0144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05 </a:t>
            </a:r>
            <a:r>
              <a:rPr lang="ko-KR" altLang="en-US" dirty="0"/>
              <a:t>게임 소개 </a:t>
            </a:r>
            <a:r>
              <a:rPr lang="en-US" altLang="ko-KR" dirty="0"/>
              <a:t>– </a:t>
            </a:r>
            <a:r>
              <a:rPr lang="ko-KR" altLang="en-US" dirty="0"/>
              <a:t>게임 흐름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F19834E-1899-403A-B4E9-E4BD39479122}"/>
              </a:ext>
            </a:extLst>
          </p:cNvPr>
          <p:cNvSpPr/>
          <p:nvPr/>
        </p:nvSpPr>
        <p:spPr>
          <a:xfrm>
            <a:off x="1188720" y="2883554"/>
            <a:ext cx="1554480" cy="94488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게임 룸</a:t>
            </a:r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캐릭터 선택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C17C0DD-646D-4EC9-BB24-DBEB0F8E2B8A}"/>
              </a:ext>
            </a:extLst>
          </p:cNvPr>
          <p:cNvSpPr/>
          <p:nvPr/>
        </p:nvSpPr>
        <p:spPr>
          <a:xfrm>
            <a:off x="4105275" y="2883554"/>
            <a:ext cx="1188720" cy="94488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게임　시작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7039225-61CA-4832-AC82-AD3810982277}"/>
              </a:ext>
            </a:extLst>
          </p:cNvPr>
          <p:cNvCxnSpPr>
            <a:cxnSpLocks/>
          </p:cNvCxnSpPr>
          <p:nvPr/>
        </p:nvCxnSpPr>
        <p:spPr>
          <a:xfrm>
            <a:off x="2743200" y="3371236"/>
            <a:ext cx="136207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A295A1F-4A2C-4E4F-BE6B-0130CF498A85}"/>
              </a:ext>
            </a:extLst>
          </p:cNvPr>
          <p:cNvSpPr txBox="1"/>
          <p:nvPr/>
        </p:nvSpPr>
        <p:spPr>
          <a:xfrm>
            <a:off x="2334577" y="4008187"/>
            <a:ext cx="2179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방장이 시작 버튼을 누르면 게임 시작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9889FD0-775F-4807-A3FD-DE59E1E75B96}"/>
              </a:ext>
            </a:extLst>
          </p:cNvPr>
          <p:cNvSpPr/>
          <p:nvPr/>
        </p:nvSpPr>
        <p:spPr>
          <a:xfrm>
            <a:off x="6833235" y="2868313"/>
            <a:ext cx="1188720" cy="94488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게임　시작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0E555E7-448C-45C7-B0B0-E6E464BA1EBF}"/>
              </a:ext>
            </a:extLst>
          </p:cNvPr>
          <p:cNvSpPr/>
          <p:nvPr/>
        </p:nvSpPr>
        <p:spPr>
          <a:xfrm>
            <a:off x="9027794" y="2883554"/>
            <a:ext cx="1188720" cy="94488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보스 몬스터 레이드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DE83ABB-8AD0-4952-A1FB-0C50F109E80F}"/>
              </a:ext>
            </a:extLst>
          </p:cNvPr>
          <p:cNvCxnSpPr>
            <a:cxnSpLocks/>
          </p:cNvCxnSpPr>
          <p:nvPr/>
        </p:nvCxnSpPr>
        <p:spPr>
          <a:xfrm>
            <a:off x="8016240" y="3355994"/>
            <a:ext cx="1011554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4957353-7327-46A5-9768-95D54328824C}"/>
              </a:ext>
            </a:extLst>
          </p:cNvPr>
          <p:cNvSpPr txBox="1"/>
          <p:nvPr/>
        </p:nvSpPr>
        <p:spPr>
          <a:xfrm>
            <a:off x="7061834" y="3947227"/>
            <a:ext cx="2773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플레이어 전원이 특정위치에 모두 모이면 보스 출현</a:t>
            </a:r>
          </a:p>
        </p:txBody>
      </p:sp>
    </p:spTree>
    <p:extLst>
      <p:ext uri="{BB962C8B-B14F-4D97-AF65-F5344CB8AC3E}">
        <p14:creationId xmlns:p14="http://schemas.microsoft.com/office/powerpoint/2010/main" val="1801188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15F5BE5-204A-4216-A954-A87E7AEB1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BBF3-84B6-43B3-BD51-448C3D0981BF}" type="slidenum">
              <a:rPr lang="ko-KR" altLang="en-US" smtClean="0"/>
              <a:t>13</a:t>
            </a:fld>
            <a:endParaRPr lang="ko-KR" altLang="en-US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52D7B37-5D60-43E4-979F-DD1A29FAF4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4382534"/>
              </p:ext>
            </p:extLst>
          </p:nvPr>
        </p:nvGraphicFramePr>
        <p:xfrm>
          <a:off x="609600" y="1661161"/>
          <a:ext cx="5044440" cy="348995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22220">
                  <a:extLst>
                    <a:ext uri="{9D8B030D-6E8A-4147-A177-3AD203B41FA5}">
                      <a16:colId xmlns:a16="http://schemas.microsoft.com/office/drawing/2014/main" val="3465107733"/>
                    </a:ext>
                  </a:extLst>
                </a:gridCol>
                <a:gridCol w="2522220">
                  <a:extLst>
                    <a:ext uri="{9D8B030D-6E8A-4147-A177-3AD203B41FA5}">
                      <a16:colId xmlns:a16="http://schemas.microsoft.com/office/drawing/2014/main" val="448332666"/>
                    </a:ext>
                  </a:extLst>
                </a:gridCol>
              </a:tblGrid>
              <a:tr h="5057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플레이어 레벨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달성 보상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5161743"/>
                  </a:ext>
                </a:extLst>
              </a:tr>
              <a:tr h="7403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Lv.3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인게임</a:t>
                      </a:r>
                      <a:r>
                        <a:rPr lang="ko-KR" altLang="en-US" dirty="0"/>
                        <a:t> 경험치 </a:t>
                      </a:r>
                      <a:r>
                        <a:rPr lang="en-US" altLang="ko-KR" dirty="0"/>
                        <a:t>+ 10%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365947"/>
                  </a:ext>
                </a:extLst>
              </a:tr>
              <a:tr h="7632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Lv.5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공격력 영구 </a:t>
                      </a:r>
                      <a:r>
                        <a:rPr lang="en-US" altLang="ko-KR" dirty="0"/>
                        <a:t>+ 5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073221"/>
                  </a:ext>
                </a:extLst>
              </a:tr>
              <a:tr h="7403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Lv.10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방어력 영구 </a:t>
                      </a:r>
                      <a:r>
                        <a:rPr lang="en-US" altLang="ko-KR" dirty="0"/>
                        <a:t>+ 5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594300"/>
                  </a:ext>
                </a:extLst>
              </a:tr>
              <a:tr h="7403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Lv.20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공격속도 영구 </a:t>
                      </a:r>
                      <a:r>
                        <a:rPr lang="en-US" altLang="ko-KR" dirty="0"/>
                        <a:t>+ 5%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202320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:a16="http://schemas.microsoft.com/office/drawing/2014/main" id="{7EEF47D7-CE7D-4DA6-9C66-19BED552C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r>
              <a:rPr lang="ko-KR" altLang="en-US" dirty="0"/>
              <a:t> 게임 소개 </a:t>
            </a:r>
            <a:r>
              <a:rPr lang="en-US" altLang="ko-KR" dirty="0"/>
              <a:t>- </a:t>
            </a:r>
            <a:r>
              <a:rPr lang="ko-KR" altLang="en-US" dirty="0"/>
              <a:t>레벨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38922FE-2774-4FC2-A3E8-49D8CB5779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4683831"/>
              </p:ext>
            </p:extLst>
          </p:nvPr>
        </p:nvGraphicFramePr>
        <p:xfrm>
          <a:off x="6141720" y="1661161"/>
          <a:ext cx="4937760" cy="38404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346510773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448332666"/>
                    </a:ext>
                  </a:extLst>
                </a:gridCol>
              </a:tblGrid>
              <a:tr h="46225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인게임</a:t>
                      </a:r>
                      <a:r>
                        <a:rPr lang="ko-KR" altLang="en-US" dirty="0"/>
                        <a:t> 레벨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달성 보상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5161743"/>
                  </a:ext>
                </a:extLst>
              </a:tr>
              <a:tr h="838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Lv.2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스킬 종류 </a:t>
                      </a:r>
                      <a:r>
                        <a:rPr lang="en-US" altLang="ko-KR" dirty="0"/>
                        <a:t>+ 1</a:t>
                      </a:r>
                    </a:p>
                    <a:p>
                      <a:pPr latinLnBrk="1"/>
                      <a:r>
                        <a:rPr lang="ko-KR" altLang="en-US" dirty="0"/>
                        <a:t>랜덤 증강 </a:t>
                      </a:r>
                      <a:r>
                        <a:rPr lang="en-US" altLang="ko-KR" dirty="0"/>
                        <a:t>+ 1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365947"/>
                  </a:ext>
                </a:extLst>
              </a:tr>
              <a:tr h="8639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Lv.3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스킬 종류 </a:t>
                      </a:r>
                      <a:r>
                        <a:rPr lang="en-US" altLang="ko-KR" dirty="0"/>
                        <a:t>+ 1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랜덤 증강 </a:t>
                      </a:r>
                      <a:r>
                        <a:rPr lang="en-US" altLang="ko-KR" dirty="0"/>
                        <a:t>+ 1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073221"/>
                  </a:ext>
                </a:extLst>
              </a:tr>
              <a:tr h="838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Lv.4~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스킬 레벨 </a:t>
                      </a:r>
                      <a:r>
                        <a:rPr lang="en-US" altLang="ko-KR" dirty="0"/>
                        <a:t>+ 1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랜덤 증강 </a:t>
                      </a:r>
                      <a:r>
                        <a:rPr lang="en-US" altLang="ko-KR" dirty="0"/>
                        <a:t>+ 1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594300"/>
                  </a:ext>
                </a:extLst>
              </a:tr>
              <a:tr h="8380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Lv.10 </a:t>
                      </a:r>
                      <a:r>
                        <a:rPr lang="ko-KR" altLang="en-US" dirty="0"/>
                        <a:t>최대 레벨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모든 능력치 </a:t>
                      </a:r>
                      <a:r>
                        <a:rPr lang="en-US" altLang="ko-KR" dirty="0"/>
                        <a:t>+ 20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135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35516BD-6860-40B6-AFBD-48A5E5E33FD2}"/>
              </a:ext>
            </a:extLst>
          </p:cNvPr>
          <p:cNvSpPr txBox="1"/>
          <p:nvPr/>
        </p:nvSpPr>
        <p:spPr>
          <a:xfrm>
            <a:off x="2919521" y="5387341"/>
            <a:ext cx="646331" cy="48005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ko-KR" sz="3000" dirty="0"/>
              <a:t>…</a:t>
            </a:r>
            <a:endParaRPr lang="ko-KR" altLang="en-US" sz="3000" dirty="0"/>
          </a:p>
        </p:txBody>
      </p:sp>
    </p:spTree>
    <p:extLst>
      <p:ext uri="{BB962C8B-B14F-4D97-AF65-F5344CB8AC3E}">
        <p14:creationId xmlns:p14="http://schemas.microsoft.com/office/powerpoint/2010/main" val="1059603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80D71AA-50E8-461A-853D-8741D4EFE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BBF3-84B6-43B3-BD51-448C3D0981BF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ACAEC3-D2E7-4E06-889D-9913F770C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600201"/>
            <a:ext cx="3454399" cy="4525963"/>
          </a:xfrm>
        </p:spPr>
        <p:txBody>
          <a:bodyPr/>
          <a:lstStyle/>
          <a:p>
            <a:r>
              <a:rPr lang="ko-KR" altLang="en-US" dirty="0"/>
              <a:t>캐릭터 능력치 </a:t>
            </a:r>
            <a:endParaRPr lang="en-US" altLang="ko-KR" dirty="0"/>
          </a:p>
          <a:p>
            <a:pPr lvl="1"/>
            <a:r>
              <a:rPr lang="ko-KR" altLang="en-US" dirty="0"/>
              <a:t>레벨</a:t>
            </a:r>
            <a:endParaRPr lang="en-US" altLang="ko-KR" dirty="0"/>
          </a:p>
          <a:p>
            <a:pPr lvl="1"/>
            <a:r>
              <a:rPr lang="en-US" altLang="ko-KR" dirty="0"/>
              <a:t>HP</a:t>
            </a:r>
          </a:p>
          <a:p>
            <a:pPr lvl="1"/>
            <a:r>
              <a:rPr lang="ko-KR" altLang="en-US" dirty="0"/>
              <a:t>공격력</a:t>
            </a:r>
            <a:endParaRPr lang="en-US" altLang="ko-KR" dirty="0"/>
          </a:p>
          <a:p>
            <a:pPr lvl="1"/>
            <a:r>
              <a:rPr lang="ko-KR" altLang="en-US" dirty="0"/>
              <a:t>방어력</a:t>
            </a:r>
            <a:endParaRPr lang="en-US" altLang="ko-KR" dirty="0"/>
          </a:p>
          <a:p>
            <a:pPr lvl="1"/>
            <a:r>
              <a:rPr lang="ko-KR" altLang="en-US" dirty="0"/>
              <a:t>공격속도 </a:t>
            </a:r>
            <a:endParaRPr lang="en-US" altLang="ko-KR" dirty="0"/>
          </a:p>
          <a:p>
            <a:pPr lvl="1"/>
            <a:r>
              <a:rPr lang="ko-KR" altLang="en-US" dirty="0"/>
              <a:t>이동속도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FE9E0F6-02A5-4E5B-B72D-098156BA7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05 </a:t>
            </a:r>
            <a:r>
              <a:rPr lang="ko-KR" altLang="en-US" dirty="0"/>
              <a:t>게임 소개 </a:t>
            </a:r>
            <a:r>
              <a:rPr lang="en-US" altLang="ko-KR" dirty="0"/>
              <a:t>– </a:t>
            </a:r>
            <a:r>
              <a:rPr lang="ko-KR" altLang="en-US" dirty="0"/>
              <a:t>캐릭터</a:t>
            </a:r>
            <a:r>
              <a:rPr lang="en-US" altLang="ko-KR" dirty="0"/>
              <a:t>/</a:t>
            </a:r>
            <a:r>
              <a:rPr lang="ko-KR" altLang="en-US" dirty="0"/>
              <a:t>증강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5A55449-379E-4598-85CA-F266FE510387}"/>
              </a:ext>
            </a:extLst>
          </p:cNvPr>
          <p:cNvSpPr txBox="1">
            <a:spLocks/>
          </p:cNvSpPr>
          <p:nvPr/>
        </p:nvSpPr>
        <p:spPr bwMode="gray">
          <a:xfrm>
            <a:off x="4064000" y="1600200"/>
            <a:ext cx="6019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chemeClr val="accent3"/>
              </a:buClr>
              <a:buSzPct val="70000"/>
              <a:buFont typeface="Wingdings 2" pitchFamily="18" charset="2"/>
              <a:buChar char="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 2" pitchFamily="18" charset="2"/>
              <a:buChar char="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chemeClr val="accent5"/>
              </a:buClr>
              <a:buSzPct val="100000"/>
              <a:buFont typeface="Wingdings 2" pitchFamily="18" charset="2"/>
              <a:buChar char="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chemeClr val="accent6"/>
              </a:buClr>
              <a:buSzPct val="100000"/>
              <a:buFont typeface="Wingdings 2" pitchFamily="18" charset="2"/>
              <a:buChar char="¡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증강 효과</a:t>
            </a:r>
            <a:endParaRPr lang="en-US" altLang="ko-KR" dirty="0"/>
          </a:p>
          <a:p>
            <a:pPr lvl="1"/>
            <a:r>
              <a:rPr lang="ko-KR" altLang="en-US" dirty="0"/>
              <a:t>능력치 소폭 증가</a:t>
            </a:r>
            <a:endParaRPr lang="en-US" altLang="ko-KR" dirty="0"/>
          </a:p>
          <a:p>
            <a:pPr lvl="1"/>
            <a:r>
              <a:rPr lang="ko-KR" altLang="en-US" dirty="0"/>
              <a:t>스킬 공격 시 추가 피해</a:t>
            </a:r>
            <a:endParaRPr lang="en-US" altLang="ko-KR" dirty="0"/>
          </a:p>
          <a:p>
            <a:pPr lvl="1"/>
            <a:r>
              <a:rPr lang="ko-KR" altLang="en-US" dirty="0" err="1"/>
              <a:t>피해량</a:t>
            </a:r>
            <a:r>
              <a:rPr lang="ko-KR" altLang="en-US" dirty="0"/>
              <a:t> 비례 </a:t>
            </a:r>
            <a:r>
              <a:rPr lang="en-US" altLang="ko-KR" dirty="0"/>
              <a:t>HP</a:t>
            </a:r>
            <a:r>
              <a:rPr lang="ko-KR" altLang="en-US" dirty="0"/>
              <a:t> 회복</a:t>
            </a:r>
            <a:endParaRPr lang="en-US" altLang="ko-KR" dirty="0"/>
          </a:p>
          <a:p>
            <a:pPr lvl="1"/>
            <a:r>
              <a:rPr lang="en-US" altLang="ko-KR" dirty="0"/>
              <a:t>HP</a:t>
            </a:r>
            <a:r>
              <a:rPr lang="ko-KR" altLang="en-US" dirty="0"/>
              <a:t> </a:t>
            </a:r>
            <a:r>
              <a:rPr lang="en-US" altLang="ko-KR" dirty="0"/>
              <a:t>50% </a:t>
            </a:r>
            <a:r>
              <a:rPr lang="ko-KR" altLang="en-US" dirty="0"/>
              <a:t>회복</a:t>
            </a:r>
            <a:endParaRPr lang="en-US" altLang="ko-KR" dirty="0"/>
          </a:p>
          <a:p>
            <a:pPr lvl="1"/>
            <a:r>
              <a:rPr lang="ko-KR" altLang="en-US" dirty="0"/>
              <a:t>몬스터 처치 시 일시적으로 이동 속도 증가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73124F-9C1E-44B3-BFA3-22F390465211}"/>
              </a:ext>
            </a:extLst>
          </p:cNvPr>
          <p:cNvSpPr txBox="1"/>
          <p:nvPr/>
        </p:nvSpPr>
        <p:spPr>
          <a:xfrm>
            <a:off x="6872068" y="5406075"/>
            <a:ext cx="646331" cy="48005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ko-KR" sz="3000" dirty="0"/>
              <a:t>…</a:t>
            </a:r>
            <a:endParaRPr lang="ko-KR" altLang="en-US" sz="3000" dirty="0"/>
          </a:p>
        </p:txBody>
      </p:sp>
    </p:spTree>
    <p:extLst>
      <p:ext uri="{BB962C8B-B14F-4D97-AF65-F5344CB8AC3E}">
        <p14:creationId xmlns:p14="http://schemas.microsoft.com/office/powerpoint/2010/main" val="3783042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A3CD304-238B-4850-BF1B-32A000EE3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BBF3-84B6-43B3-BD51-448C3D0981BF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F2909662-C8CA-4CA0-8B34-AB164E0192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416" y="1651294"/>
            <a:ext cx="7929168" cy="4466764"/>
          </a:xfr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6ADDAA1A-410F-4F06-B583-A369B8DB9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05 </a:t>
            </a:r>
            <a:r>
              <a:rPr lang="ko-KR" altLang="en-US" dirty="0"/>
              <a:t>게임 소개 </a:t>
            </a:r>
            <a:r>
              <a:rPr lang="en-US" altLang="ko-KR" dirty="0"/>
              <a:t>– </a:t>
            </a:r>
            <a:r>
              <a:rPr lang="ko-KR" altLang="en-US" dirty="0"/>
              <a:t>캐릭터</a:t>
            </a:r>
            <a:r>
              <a:rPr lang="en-US" altLang="ko-KR" dirty="0"/>
              <a:t>/</a:t>
            </a:r>
            <a:r>
              <a:rPr lang="ko-KR" altLang="en-US" dirty="0"/>
              <a:t>증강</a:t>
            </a:r>
          </a:p>
        </p:txBody>
      </p:sp>
    </p:spTree>
    <p:extLst>
      <p:ext uri="{BB962C8B-B14F-4D97-AF65-F5344CB8AC3E}">
        <p14:creationId xmlns:p14="http://schemas.microsoft.com/office/powerpoint/2010/main" val="4166826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F542666-0E28-4261-959F-423B1DC51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BBF3-84B6-43B3-BD51-448C3D0981BF}" type="slidenum">
              <a:rPr lang="ko-KR" altLang="en-US" smtClean="0"/>
              <a:t>16</a:t>
            </a:fld>
            <a:endParaRPr lang="ko-KR" altLang="en-US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620F1D49-66FC-4421-B46D-CFEA78CD49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7975467"/>
              </p:ext>
            </p:extLst>
          </p:nvPr>
        </p:nvGraphicFramePr>
        <p:xfrm>
          <a:off x="698500" y="1689100"/>
          <a:ext cx="10414000" cy="439420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07000">
                  <a:extLst>
                    <a:ext uri="{9D8B030D-6E8A-4147-A177-3AD203B41FA5}">
                      <a16:colId xmlns:a16="http://schemas.microsoft.com/office/drawing/2014/main" val="3406285393"/>
                    </a:ext>
                  </a:extLst>
                </a:gridCol>
                <a:gridCol w="5207000">
                  <a:extLst>
                    <a:ext uri="{9D8B030D-6E8A-4147-A177-3AD203B41FA5}">
                      <a16:colId xmlns:a16="http://schemas.microsoft.com/office/drawing/2014/main" val="1668014203"/>
                    </a:ext>
                  </a:extLst>
                </a:gridCol>
              </a:tblGrid>
              <a:tr h="6418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dirty="0"/>
                        <a:t>기술적 요소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4580699"/>
                  </a:ext>
                </a:extLst>
              </a:tr>
              <a:tr h="12507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b="1" dirty="0"/>
                        <a:t>이현수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IOCP</a:t>
                      </a:r>
                      <a:r>
                        <a:rPr lang="ko-KR" altLang="en-US" dirty="0"/>
                        <a:t>를 이용한 효율적인 멀티 쓰레드 서버 구현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Modern C++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Best Practice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연구를 통한 메모리 안전성 보장</a:t>
                      </a:r>
                      <a:endParaRPr lang="en-US" altLang="ko-KR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673014"/>
                  </a:ext>
                </a:extLst>
              </a:tr>
              <a:tr h="12507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b="1" dirty="0"/>
                        <a:t>이준석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로컬 </a:t>
                      </a:r>
                      <a:r>
                        <a:rPr lang="en-US" altLang="ko-KR" dirty="0"/>
                        <a:t>LLM</a:t>
                      </a:r>
                      <a:r>
                        <a:rPr lang="ko-KR" altLang="en-US" dirty="0"/>
                        <a:t>을 이용한 </a:t>
                      </a:r>
                      <a:r>
                        <a:rPr lang="en-US" altLang="ko-KR" dirty="0"/>
                        <a:t>NPC </a:t>
                      </a:r>
                      <a:r>
                        <a:rPr lang="ko-KR" altLang="en-US" dirty="0" err="1"/>
                        <a:t>챗봇</a:t>
                      </a:r>
                      <a:r>
                        <a:rPr lang="ko-KR" altLang="en-US" dirty="0"/>
                        <a:t> 구현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MySQL</a:t>
                      </a:r>
                      <a:r>
                        <a:rPr lang="ko-KR" altLang="en-US" dirty="0"/>
                        <a:t>을 이용한 데이터베이스 관리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097585"/>
                  </a:ext>
                </a:extLst>
              </a:tr>
              <a:tr h="12507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b="1" dirty="0"/>
                        <a:t>이진수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UE5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전투 시스템 및 캐릭터 액션 프레임워크 구축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/>
                        <a:t>로그라이크</a:t>
                      </a:r>
                      <a:r>
                        <a:rPr lang="ko-KR" altLang="en-US" dirty="0"/>
                        <a:t> 시스템 설계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586353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:a16="http://schemas.microsoft.com/office/drawing/2014/main" id="{C08EF717-1E0F-478D-BCF4-692C67CC7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06 </a:t>
            </a:r>
            <a:r>
              <a:rPr lang="ko-KR" altLang="en-US" dirty="0"/>
              <a:t>기술적 요소 및 중점연구분야</a:t>
            </a:r>
          </a:p>
        </p:txBody>
      </p:sp>
    </p:spTree>
    <p:extLst>
      <p:ext uri="{BB962C8B-B14F-4D97-AF65-F5344CB8AC3E}">
        <p14:creationId xmlns:p14="http://schemas.microsoft.com/office/powerpoint/2010/main" val="202340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0FB69B5-D869-49DE-9784-BDD083E0C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BBF3-84B6-43B3-BD51-448C3D0981BF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30FCE0-6E67-430A-B816-A013DB5E0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2400" b="1" dirty="0"/>
              <a:t>유사 게임</a:t>
            </a:r>
            <a:r>
              <a:rPr lang="en-US" altLang="ko-KR" sz="2400" b="1" dirty="0"/>
              <a:t>: Vampire Survivors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ko-KR" altLang="en-US" sz="2400" b="1" dirty="0"/>
              <a:t>차별성</a:t>
            </a:r>
            <a:endParaRPr lang="en-US" altLang="ko-KR" sz="2400" b="1" dirty="0"/>
          </a:p>
          <a:p>
            <a:r>
              <a:rPr lang="ko-KR" altLang="en-US" sz="2400" b="1" dirty="0"/>
              <a:t>실제 </a:t>
            </a:r>
            <a:r>
              <a:rPr lang="ko-KR" altLang="en-US" sz="2400" b="1" dirty="0" err="1"/>
              <a:t>거북섬을</a:t>
            </a:r>
            <a:r>
              <a:rPr lang="ko-KR" altLang="en-US" sz="2400" b="1" dirty="0"/>
              <a:t> 구현</a:t>
            </a:r>
            <a:r>
              <a:rPr lang="ko-KR" altLang="en-US" sz="2400" dirty="0"/>
              <a:t>하여 게임 속 장소를 실제로 방문 가능</a:t>
            </a:r>
            <a:endParaRPr lang="en-US" altLang="ko-KR" sz="2400" dirty="0"/>
          </a:p>
          <a:p>
            <a:r>
              <a:rPr lang="ko-KR" altLang="en-US" sz="2400" dirty="0"/>
              <a:t>접속한 </a:t>
            </a:r>
            <a:r>
              <a:rPr lang="ko-KR" altLang="en-US" sz="2400" b="1" dirty="0"/>
              <a:t>모든 플레이어가 모이는  로비를 구현</a:t>
            </a:r>
            <a:r>
              <a:rPr lang="ko-KR" altLang="en-US" sz="2400" dirty="0"/>
              <a:t>하여 모든 사람과 소통</a:t>
            </a:r>
            <a:endParaRPr lang="en-US" altLang="ko-KR" sz="2400" dirty="0"/>
          </a:p>
          <a:p>
            <a:r>
              <a:rPr lang="en-US" altLang="ko-KR" sz="2400" dirty="0"/>
              <a:t>10-20</a:t>
            </a:r>
            <a:r>
              <a:rPr lang="ko-KR" altLang="en-US" sz="2400" dirty="0"/>
              <a:t>분의 빠른 플레이타임 동안 유저는 </a:t>
            </a:r>
            <a:r>
              <a:rPr lang="ko-KR" altLang="en-US" sz="2400" b="1" dirty="0"/>
              <a:t>최대 </a:t>
            </a:r>
            <a:r>
              <a:rPr lang="en-US" altLang="ko-KR" sz="2400" b="1" dirty="0"/>
              <a:t>10</a:t>
            </a:r>
            <a:r>
              <a:rPr lang="ko-KR" altLang="en-US" sz="2400" b="1" dirty="0"/>
              <a:t>개의 증강</a:t>
            </a:r>
            <a:r>
              <a:rPr lang="ko-KR" altLang="en-US" sz="2400" dirty="0"/>
              <a:t>을 고름으로서 성장을 직접적으로 체감</a:t>
            </a:r>
            <a:endParaRPr lang="en-US" altLang="ko-KR" sz="2400" dirty="0"/>
          </a:p>
          <a:p>
            <a:r>
              <a:rPr lang="ko-KR" altLang="en-US" sz="2400" b="1" dirty="0"/>
              <a:t>매번 다른 대답을 출력하는 </a:t>
            </a:r>
            <a:r>
              <a:rPr lang="en-US" altLang="ko-KR" sz="2400" b="1" dirty="0"/>
              <a:t>NPC</a:t>
            </a:r>
            <a:r>
              <a:rPr lang="ko-KR" altLang="en-US" sz="2400" dirty="0"/>
              <a:t>로 인해 </a:t>
            </a:r>
            <a:r>
              <a:rPr lang="en-US" altLang="ko-KR" sz="2400" dirty="0"/>
              <a:t>NPC </a:t>
            </a:r>
            <a:r>
              <a:rPr lang="ko-KR" altLang="en-US" sz="2400" dirty="0"/>
              <a:t>상호작용이 지루하지 않음</a:t>
            </a:r>
            <a:endParaRPr lang="en-US" altLang="ko-KR" sz="24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ko-KR" altLang="en-US" sz="180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CCA4F02-55EB-4528-8CE7-C9FC9F37E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07 </a:t>
            </a:r>
            <a:r>
              <a:rPr lang="ko-KR" altLang="en-US" dirty="0"/>
              <a:t>타게임과의 차별성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0C4FEC6-54E8-409C-BCED-0BD7B56FD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041" y="1643188"/>
            <a:ext cx="4111942" cy="1912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200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D610FD-626A-4FD0-BC31-21BC3DE04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BBF3-84B6-43B3-BD51-448C3D0981BF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E64F57D-EC63-43D9-BC73-2D2121E11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08 </a:t>
            </a:r>
            <a:r>
              <a:rPr lang="ko-KR" altLang="en-US" dirty="0"/>
              <a:t>역할 분담 및 일정</a:t>
            </a:r>
          </a:p>
        </p:txBody>
      </p:sp>
      <p:graphicFrame>
        <p:nvGraphicFramePr>
          <p:cNvPr id="14" name="내용 개체 틀 13">
            <a:extLst>
              <a:ext uri="{FF2B5EF4-FFF2-40B4-BE49-F238E27FC236}">
                <a16:creationId xmlns:a16="http://schemas.microsoft.com/office/drawing/2014/main" id="{A00308DA-8E11-4796-B7BE-9654E0BE72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4435298"/>
              </p:ext>
            </p:extLst>
          </p:nvPr>
        </p:nvGraphicFramePr>
        <p:xfrm>
          <a:off x="373224" y="1838130"/>
          <a:ext cx="10972803" cy="45346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80955">
                  <a:extLst>
                    <a:ext uri="{9D8B030D-6E8A-4147-A177-3AD203B41FA5}">
                      <a16:colId xmlns:a16="http://schemas.microsoft.com/office/drawing/2014/main" val="3106051218"/>
                    </a:ext>
                  </a:extLst>
                </a:gridCol>
                <a:gridCol w="661481">
                  <a:extLst>
                    <a:ext uri="{9D8B030D-6E8A-4147-A177-3AD203B41FA5}">
                      <a16:colId xmlns:a16="http://schemas.microsoft.com/office/drawing/2014/main" val="100183516"/>
                    </a:ext>
                  </a:extLst>
                </a:gridCol>
                <a:gridCol w="661481">
                  <a:extLst>
                    <a:ext uri="{9D8B030D-6E8A-4147-A177-3AD203B41FA5}">
                      <a16:colId xmlns:a16="http://schemas.microsoft.com/office/drawing/2014/main" val="886350843"/>
                    </a:ext>
                  </a:extLst>
                </a:gridCol>
                <a:gridCol w="661481">
                  <a:extLst>
                    <a:ext uri="{9D8B030D-6E8A-4147-A177-3AD203B41FA5}">
                      <a16:colId xmlns:a16="http://schemas.microsoft.com/office/drawing/2014/main" val="2419779389"/>
                    </a:ext>
                  </a:extLst>
                </a:gridCol>
                <a:gridCol w="661481">
                  <a:extLst>
                    <a:ext uri="{9D8B030D-6E8A-4147-A177-3AD203B41FA5}">
                      <a16:colId xmlns:a16="http://schemas.microsoft.com/office/drawing/2014/main" val="225182691"/>
                    </a:ext>
                  </a:extLst>
                </a:gridCol>
                <a:gridCol w="661481">
                  <a:extLst>
                    <a:ext uri="{9D8B030D-6E8A-4147-A177-3AD203B41FA5}">
                      <a16:colId xmlns:a16="http://schemas.microsoft.com/office/drawing/2014/main" val="2476427587"/>
                    </a:ext>
                  </a:extLst>
                </a:gridCol>
                <a:gridCol w="661481">
                  <a:extLst>
                    <a:ext uri="{9D8B030D-6E8A-4147-A177-3AD203B41FA5}">
                      <a16:colId xmlns:a16="http://schemas.microsoft.com/office/drawing/2014/main" val="2619373250"/>
                    </a:ext>
                  </a:extLst>
                </a:gridCol>
                <a:gridCol w="661481">
                  <a:extLst>
                    <a:ext uri="{9D8B030D-6E8A-4147-A177-3AD203B41FA5}">
                      <a16:colId xmlns:a16="http://schemas.microsoft.com/office/drawing/2014/main" val="3123620492"/>
                    </a:ext>
                  </a:extLst>
                </a:gridCol>
                <a:gridCol w="661481">
                  <a:extLst>
                    <a:ext uri="{9D8B030D-6E8A-4147-A177-3AD203B41FA5}">
                      <a16:colId xmlns:a16="http://schemas.microsoft.com/office/drawing/2014/main" val="157941095"/>
                    </a:ext>
                  </a:extLst>
                </a:gridCol>
              </a:tblGrid>
              <a:tr h="32390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</a:t>
                      </a:r>
                      <a:r>
                        <a:rPr lang="ko-KR" altLang="en-US" sz="1100" u="none" strike="noStrike" dirty="0">
                          <a:effectLst/>
                        </a:rPr>
                        <a:t>월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2</a:t>
                      </a:r>
                      <a:r>
                        <a:rPr lang="ko-KR" altLang="en-US" sz="1100" u="none" strike="noStrike" dirty="0">
                          <a:effectLst/>
                        </a:rPr>
                        <a:t>월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3</a:t>
                      </a:r>
                      <a:r>
                        <a:rPr lang="ko-KR" altLang="en-US" sz="1100" u="none" strike="noStrike">
                          <a:effectLst/>
                        </a:rPr>
                        <a:t>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4</a:t>
                      </a:r>
                      <a:r>
                        <a:rPr lang="ko-KR" altLang="en-US" sz="1100" u="none" strike="noStrike" dirty="0">
                          <a:effectLst/>
                        </a:rPr>
                        <a:t>월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5</a:t>
                      </a:r>
                      <a:r>
                        <a:rPr lang="ko-KR" altLang="en-US" sz="1100" u="none" strike="noStrike" dirty="0">
                          <a:effectLst/>
                        </a:rPr>
                        <a:t>월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6</a:t>
                      </a:r>
                      <a:r>
                        <a:rPr lang="ko-KR" altLang="en-US" sz="1100" u="none" strike="noStrike" dirty="0">
                          <a:effectLst/>
                        </a:rPr>
                        <a:t>월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7</a:t>
                      </a:r>
                      <a:r>
                        <a:rPr lang="ko-KR" altLang="en-US" sz="1100" u="none" strike="noStrike" dirty="0">
                          <a:effectLst/>
                        </a:rPr>
                        <a:t>월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8</a:t>
                      </a:r>
                      <a:r>
                        <a:rPr lang="ko-KR" altLang="en-US" sz="1100" u="none" strike="noStrike" dirty="0">
                          <a:effectLst/>
                        </a:rPr>
                        <a:t>월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092067"/>
                  </a:ext>
                </a:extLst>
              </a:tr>
              <a:tr h="3239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Lock-free 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서버 코어 및 패킷 프레임워크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109686"/>
                  </a:ext>
                </a:extLst>
              </a:tr>
              <a:tr h="3239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LLM 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페르소나 및 행동 명령 규약 정의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253483"/>
                  </a:ext>
                </a:extLst>
              </a:tr>
              <a:tr h="3239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>
                          <a:effectLst/>
                        </a:rPr>
                        <a:t>UE5 </a:t>
                      </a:r>
                      <a:r>
                        <a:rPr lang="ko-KR" altLang="en-US" sz="1100" b="1" u="none" strike="noStrike">
                          <a:effectLst/>
                        </a:rPr>
                        <a:t>전투 시스템 및 캐릭터 액션 프레임 워크 구축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78599"/>
                  </a:ext>
                </a:extLst>
              </a:tr>
              <a:tr h="32390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</a:rPr>
                        <a:t>서버</a:t>
                      </a:r>
                      <a:r>
                        <a:rPr lang="en-US" altLang="ko-KR" sz="1100" b="1" u="none" strike="noStrike" dirty="0">
                          <a:effectLst/>
                        </a:rPr>
                        <a:t>-</a:t>
                      </a:r>
                      <a:r>
                        <a:rPr lang="ko-KR" altLang="en-US" sz="1100" b="1" u="none" strike="noStrike" dirty="0" err="1">
                          <a:effectLst/>
                        </a:rPr>
                        <a:t>클라</a:t>
                      </a:r>
                      <a:r>
                        <a:rPr lang="en-US" altLang="ko-KR" sz="1100" b="1" u="none" strike="noStrike" dirty="0">
                          <a:effectLst/>
                        </a:rPr>
                        <a:t>-AI 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통신 규약 확정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812023"/>
                  </a:ext>
                </a:extLst>
              </a:tr>
              <a:tr h="3239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UE5 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커스텀 </a:t>
                      </a:r>
                      <a:r>
                        <a:rPr lang="ko-KR" altLang="en-US" sz="1100" b="1" u="none" strike="noStrike" dirty="0" err="1">
                          <a:effectLst/>
                        </a:rPr>
                        <a:t>거북섬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 레벨 디자인 및 지형 데이터 추출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053486"/>
                  </a:ext>
                </a:extLst>
              </a:tr>
              <a:tr h="32390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</a:rPr>
                        <a:t>추출 지형 데이터 기반 서버 이동</a:t>
                      </a:r>
                      <a:r>
                        <a:rPr lang="en-US" altLang="ko-KR" sz="1100" b="1" u="none" strike="noStrike" dirty="0">
                          <a:effectLst/>
                        </a:rPr>
                        <a:t>/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충돌 판정 구현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618013"/>
                  </a:ext>
                </a:extLst>
              </a:tr>
              <a:tr h="32390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</a:rPr>
                        <a:t>더미 클라이언트 제작 및 서버 안정성</a:t>
                      </a:r>
                      <a:r>
                        <a:rPr lang="en-US" altLang="ko-KR" sz="1100" b="1" u="none" strike="noStrike" dirty="0">
                          <a:effectLst/>
                        </a:rPr>
                        <a:t>, 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스트레스 테스트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983341"/>
                  </a:ext>
                </a:extLst>
              </a:tr>
              <a:tr h="3239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LLM 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상황 인지 및 실시간 판단 로직 구현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860498"/>
                  </a:ext>
                </a:extLst>
              </a:tr>
              <a:tr h="32390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</a:rPr>
                        <a:t>서버 타격 판정 및 </a:t>
                      </a:r>
                      <a:r>
                        <a:rPr lang="ko-KR" altLang="en-US" sz="1100" b="1" u="none" strike="noStrike" dirty="0" err="1">
                          <a:effectLst/>
                        </a:rPr>
                        <a:t>로그라이크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 보상 시스템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819861"/>
                  </a:ext>
                </a:extLst>
              </a:tr>
              <a:tr h="32390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 err="1">
                          <a:effectLst/>
                        </a:rPr>
                        <a:t>리플리케이션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 기반 캐릭터 제어 및 이동 보간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590686"/>
                  </a:ext>
                </a:extLst>
              </a:tr>
              <a:tr h="3239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LLM 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동적 이벤트 생성 및 대사 </a:t>
                      </a:r>
                      <a:r>
                        <a:rPr lang="en-US" altLang="ko-KR" sz="1100" b="1" u="none" strike="noStrike" dirty="0">
                          <a:effectLst/>
                        </a:rPr>
                        <a:t>- 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행동 일치화 시스템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22642"/>
                  </a:ext>
                </a:extLst>
              </a:tr>
              <a:tr h="32390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 err="1">
                          <a:effectLst/>
                        </a:rPr>
                        <a:t>로그라이크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 스킬 </a:t>
                      </a:r>
                      <a:r>
                        <a:rPr lang="ko-KR" altLang="en-US" sz="1100" b="1" u="none" strike="noStrike" dirty="0" err="1">
                          <a:effectLst/>
                        </a:rPr>
                        <a:t>빌드업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 </a:t>
                      </a:r>
                      <a:r>
                        <a:rPr lang="en-US" altLang="ko-KR" sz="1100" b="1" u="none" strike="noStrike" dirty="0">
                          <a:effectLst/>
                        </a:rPr>
                        <a:t>UI 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및 전투 시각 효과</a:t>
                      </a:r>
                      <a:r>
                        <a:rPr lang="en-US" altLang="ko-KR" sz="1100" b="1" u="none" strike="noStrike" dirty="0">
                          <a:effectLst/>
                        </a:rPr>
                        <a:t>(VFX) 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연동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282651"/>
                  </a:ext>
                </a:extLst>
              </a:tr>
              <a:tr h="32390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</a:rPr>
                        <a:t>최종 최적화 및 결과 도출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698133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822EB260-CD45-4329-A3CE-35BD60506D0C}"/>
              </a:ext>
            </a:extLst>
          </p:cNvPr>
          <p:cNvSpPr/>
          <p:nvPr/>
        </p:nvSpPr>
        <p:spPr>
          <a:xfrm>
            <a:off x="373227" y="1418253"/>
            <a:ext cx="354561" cy="30791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28C3E1-1997-46D8-B536-0E77E1FFCA2C}"/>
              </a:ext>
            </a:extLst>
          </p:cNvPr>
          <p:cNvSpPr txBox="1"/>
          <p:nvPr/>
        </p:nvSpPr>
        <p:spPr>
          <a:xfrm>
            <a:off x="727788" y="1399592"/>
            <a:ext cx="1119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이현수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478864D-AEC1-431A-90D2-0C6EF4C3CA72}"/>
              </a:ext>
            </a:extLst>
          </p:cNvPr>
          <p:cNvSpPr/>
          <p:nvPr/>
        </p:nvSpPr>
        <p:spPr>
          <a:xfrm>
            <a:off x="1847462" y="1428752"/>
            <a:ext cx="354561" cy="30791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B78274-79FD-410E-8AF3-48C676259FD5}"/>
              </a:ext>
            </a:extLst>
          </p:cNvPr>
          <p:cNvSpPr txBox="1"/>
          <p:nvPr/>
        </p:nvSpPr>
        <p:spPr>
          <a:xfrm>
            <a:off x="2202023" y="1410091"/>
            <a:ext cx="1119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이준석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CC5C046-7A12-4E02-8519-7827D12540DF}"/>
              </a:ext>
            </a:extLst>
          </p:cNvPr>
          <p:cNvSpPr/>
          <p:nvPr/>
        </p:nvSpPr>
        <p:spPr>
          <a:xfrm>
            <a:off x="3321697" y="1418253"/>
            <a:ext cx="354561" cy="3079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B152B0-2523-4265-ACF5-F569DBEF70E5}"/>
              </a:ext>
            </a:extLst>
          </p:cNvPr>
          <p:cNvSpPr txBox="1"/>
          <p:nvPr/>
        </p:nvSpPr>
        <p:spPr>
          <a:xfrm>
            <a:off x="3676258" y="1399592"/>
            <a:ext cx="1119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이진수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85FCB48F-4C2D-4637-A86E-C1E268B5E90D}"/>
              </a:ext>
            </a:extLst>
          </p:cNvPr>
          <p:cNvGrpSpPr/>
          <p:nvPr/>
        </p:nvGrpSpPr>
        <p:grpSpPr>
          <a:xfrm>
            <a:off x="6729170" y="3153539"/>
            <a:ext cx="628892" cy="283531"/>
            <a:chOff x="6729170" y="3153539"/>
            <a:chExt cx="628892" cy="283531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43C114C-943E-4039-A5B1-A5AEBFD1BFC8}"/>
                </a:ext>
              </a:extLst>
            </p:cNvPr>
            <p:cNvSpPr/>
            <p:nvPr/>
          </p:nvSpPr>
          <p:spPr>
            <a:xfrm>
              <a:off x="6729170" y="3153539"/>
              <a:ext cx="628891" cy="828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CEA99DE-B521-4F07-9DF3-2D4F8A54E33A}"/>
                </a:ext>
              </a:extLst>
            </p:cNvPr>
            <p:cNvSpPr/>
            <p:nvPr/>
          </p:nvSpPr>
          <p:spPr>
            <a:xfrm>
              <a:off x="6729171" y="3253471"/>
              <a:ext cx="628891" cy="828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9ACFAB7-C00B-4BFF-8B62-516456786F6E}"/>
                </a:ext>
              </a:extLst>
            </p:cNvPr>
            <p:cNvSpPr/>
            <p:nvPr/>
          </p:nvSpPr>
          <p:spPr>
            <a:xfrm>
              <a:off x="6729170" y="3354270"/>
              <a:ext cx="628891" cy="82800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1B1E8A52-6520-4597-9661-65F65F12C814}"/>
              </a:ext>
            </a:extLst>
          </p:cNvPr>
          <p:cNvGrpSpPr/>
          <p:nvPr/>
        </p:nvGrpSpPr>
        <p:grpSpPr>
          <a:xfrm>
            <a:off x="9377188" y="6067688"/>
            <a:ext cx="628892" cy="283531"/>
            <a:chOff x="6729170" y="3153539"/>
            <a:chExt cx="628892" cy="283531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875CEE0-043F-4A64-A30A-3DC9A97DFC9C}"/>
                </a:ext>
              </a:extLst>
            </p:cNvPr>
            <p:cNvSpPr/>
            <p:nvPr/>
          </p:nvSpPr>
          <p:spPr>
            <a:xfrm>
              <a:off x="6729170" y="3153539"/>
              <a:ext cx="628891" cy="828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EB2B5794-A575-4DEB-A669-4EB1CDF3E7DA}"/>
                </a:ext>
              </a:extLst>
            </p:cNvPr>
            <p:cNvSpPr/>
            <p:nvPr/>
          </p:nvSpPr>
          <p:spPr>
            <a:xfrm>
              <a:off x="6729171" y="3253471"/>
              <a:ext cx="628891" cy="828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04B5508-B65E-4531-858E-04C3982CD19B}"/>
                </a:ext>
              </a:extLst>
            </p:cNvPr>
            <p:cNvSpPr/>
            <p:nvPr/>
          </p:nvSpPr>
          <p:spPr>
            <a:xfrm>
              <a:off x="6729170" y="3354270"/>
              <a:ext cx="628891" cy="82800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7DC31A63-9F36-40CF-BAF7-2C3A3C94A3FA}"/>
              </a:ext>
            </a:extLst>
          </p:cNvPr>
          <p:cNvGrpSpPr/>
          <p:nvPr/>
        </p:nvGrpSpPr>
        <p:grpSpPr>
          <a:xfrm>
            <a:off x="10036794" y="6062926"/>
            <a:ext cx="628892" cy="283531"/>
            <a:chOff x="6729170" y="3153539"/>
            <a:chExt cx="628892" cy="283531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E8F854F6-A32C-472F-AEBF-31E21A05D294}"/>
                </a:ext>
              </a:extLst>
            </p:cNvPr>
            <p:cNvSpPr/>
            <p:nvPr/>
          </p:nvSpPr>
          <p:spPr>
            <a:xfrm>
              <a:off x="6729170" y="3153539"/>
              <a:ext cx="628891" cy="828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EC02F6C3-3E02-4BDE-97A2-EC271E26A344}"/>
                </a:ext>
              </a:extLst>
            </p:cNvPr>
            <p:cNvSpPr/>
            <p:nvPr/>
          </p:nvSpPr>
          <p:spPr>
            <a:xfrm>
              <a:off x="6729171" y="3253471"/>
              <a:ext cx="628891" cy="828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9DE0100F-A056-44CD-A2B8-41E5C08BA321}"/>
                </a:ext>
              </a:extLst>
            </p:cNvPr>
            <p:cNvSpPr/>
            <p:nvPr/>
          </p:nvSpPr>
          <p:spPr>
            <a:xfrm>
              <a:off x="6729170" y="3354270"/>
              <a:ext cx="628891" cy="82800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DB1A2BB4-6EE7-49C5-B794-26B0BF8F9D8D}"/>
              </a:ext>
            </a:extLst>
          </p:cNvPr>
          <p:cNvGrpSpPr/>
          <p:nvPr/>
        </p:nvGrpSpPr>
        <p:grpSpPr>
          <a:xfrm>
            <a:off x="10693790" y="6062926"/>
            <a:ext cx="628892" cy="283531"/>
            <a:chOff x="6729170" y="3153539"/>
            <a:chExt cx="628892" cy="283531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62B3ECE0-D4B1-4518-AF21-F8C2590DAE89}"/>
                </a:ext>
              </a:extLst>
            </p:cNvPr>
            <p:cNvSpPr/>
            <p:nvPr/>
          </p:nvSpPr>
          <p:spPr>
            <a:xfrm>
              <a:off x="6729170" y="3153539"/>
              <a:ext cx="628891" cy="828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F156BC60-3BE6-4555-A311-37BF642B8062}"/>
                </a:ext>
              </a:extLst>
            </p:cNvPr>
            <p:cNvSpPr/>
            <p:nvPr/>
          </p:nvSpPr>
          <p:spPr>
            <a:xfrm>
              <a:off x="6729171" y="3253471"/>
              <a:ext cx="628891" cy="828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E7D47B83-DAA5-4B0B-9D7D-A9D04D1224D1}"/>
                </a:ext>
              </a:extLst>
            </p:cNvPr>
            <p:cNvSpPr/>
            <p:nvPr/>
          </p:nvSpPr>
          <p:spPr>
            <a:xfrm>
              <a:off x="6729170" y="3354270"/>
              <a:ext cx="628891" cy="82800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35221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D610FD-626A-4FD0-BC31-21BC3DE04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BBF3-84B6-43B3-BD51-448C3D0981BF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2E9E48B-766E-4A45-B879-ABC53E3623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9" y="1941982"/>
            <a:ext cx="11839829" cy="4093057"/>
          </a:xfr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CE64F57D-EC63-43D9-BC73-2D2121E11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08 </a:t>
            </a:r>
            <a:r>
              <a:rPr lang="ko-KR" altLang="en-US" dirty="0"/>
              <a:t>역할 분담 및 일정</a:t>
            </a:r>
          </a:p>
        </p:txBody>
      </p:sp>
    </p:spTree>
    <p:extLst>
      <p:ext uri="{BB962C8B-B14F-4D97-AF65-F5344CB8AC3E}">
        <p14:creationId xmlns:p14="http://schemas.microsoft.com/office/powerpoint/2010/main" val="21968386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0DAF061-2CBA-4559-BAC3-827DDC225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BBF3-84B6-43B3-BD51-448C3D0981BF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82067EBF-09A1-4594-BBF3-6764FCE4CA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940" y="1816546"/>
            <a:ext cx="5522119" cy="4136259"/>
          </a:xfr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055EB4DA-E46F-4F77-BBDF-0DE7B000F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09 </a:t>
            </a:r>
            <a:r>
              <a:rPr lang="en-US" altLang="ko-KR" dirty="0" err="1"/>
              <a:t>QnA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81432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20F9F01-0690-4CF3-A7F2-4AA9FE62F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BBF3-84B6-43B3-BD51-448C3D0981BF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963B85-D8C3-4FD6-8EC0-ABEA60121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593" y="1739901"/>
            <a:ext cx="10813143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altLang="ko-KR" sz="5000" b="1" dirty="0"/>
          </a:p>
          <a:p>
            <a:pPr marL="0" indent="0" algn="ctr">
              <a:buNone/>
            </a:pPr>
            <a:endParaRPr lang="en-US" altLang="ko-KR" sz="5000" b="1" dirty="0"/>
          </a:p>
          <a:p>
            <a:pPr marL="0" indent="0" algn="ctr">
              <a:buNone/>
            </a:pPr>
            <a:r>
              <a:rPr lang="ko-KR" altLang="en-US" sz="5000" b="1" dirty="0"/>
              <a:t>감사합니다</a:t>
            </a:r>
            <a:r>
              <a:rPr lang="en-US" altLang="ko-KR" sz="5000" b="1" dirty="0"/>
              <a:t>.</a:t>
            </a:r>
            <a:endParaRPr lang="ko-KR" altLang="en-US" sz="5000" b="1" dirty="0"/>
          </a:p>
        </p:txBody>
      </p:sp>
    </p:spTree>
    <p:extLst>
      <p:ext uri="{BB962C8B-B14F-4D97-AF65-F5344CB8AC3E}">
        <p14:creationId xmlns:p14="http://schemas.microsoft.com/office/powerpoint/2010/main" val="3722502493"/>
      </p:ext>
    </p:extLst>
  </p:cSld>
  <p:clrMapOvr>
    <a:masterClrMapping/>
  </p:clrMapOvr>
</p:sld>
</file>

<file path=ppt/theme/theme1.xml><?xml version="1.0" encoding="utf-8"?>
<a:theme xmlns:a="http://schemas.openxmlformats.org/drawingml/2006/main" name="New_Education03">
  <a:themeElements>
    <a:clrScheme name="Education0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ducation03">
      <a:majorFont>
        <a:latin typeface="Corbel"/>
        <a:ea typeface=""/>
        <a:cs typeface=""/>
        <a:font script="Jpan" typeface="HG丸ｺﾞｼｯｸM-PRO"/>
        <a:font script="Hang" typeface="맑은 고딕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丸ｺﾞｼｯｸM-PRO"/>
        <a:font script="Hang" typeface="맑은 고딕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Education03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hade val="100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sx="102000" sy="102000" algn="ctr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3500" dist="25400" dir="5400000" sx="102000" sy="102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6600000"/>
            </a:lightRig>
          </a:scene3d>
          <a:sp3d contourW="12700" prstMaterial="dkEdge">
            <a:bevelT w="31750" h="19050" prst="softRound"/>
            <a:contourClr>
              <a:schemeClr val="phClr"/>
            </a:contourClr>
          </a:sp3d>
        </a:effectStyle>
        <a:effectStyle>
          <a:effectLst>
            <a:outerShdw blurRad="63500" dist="25400" dir="5400000" sx="102000" sy="102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6600000"/>
            </a:lightRig>
          </a:scene3d>
          <a:sp3d contourW="12700" prstMaterial="dkEdge">
            <a:bevelT w="69850" h="5715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50000"/>
              </a:schemeClr>
            </a:gs>
            <a:gs pos="64000">
              <a:schemeClr val="phClr">
                <a:tint val="100000"/>
                <a:shade val="85000"/>
                <a:satMod val="130000"/>
              </a:schemeClr>
            </a:gs>
            <a:gs pos="72000">
              <a:schemeClr val="phClr">
                <a:shade val="85000"/>
                <a:satMod val="13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90000"/>
                <a:satMod val="200000"/>
              </a:schemeClr>
            </a:gs>
            <a:gs pos="100000">
              <a:schemeClr val="phClr">
                <a:shade val="70000"/>
                <a:satMod val="150000"/>
              </a:schemeClr>
            </a:gs>
          </a:gsLst>
          <a:path path="circle">
            <a:fillToRect l="50000" t="10000" r="50000" b="9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TM10237560[[fn=메모 테마]]</Template>
  <TotalTime>298</TotalTime>
  <Words>822</Words>
  <Application>Microsoft Office PowerPoint</Application>
  <PresentationFormat>와이드스크린</PresentationFormat>
  <Paragraphs>221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9" baseType="lpstr">
      <vt:lpstr>inherit</vt:lpstr>
      <vt:lpstr>맑은 고딕</vt:lpstr>
      <vt:lpstr>함초롬바탕</vt:lpstr>
      <vt:lpstr>Arial</vt:lpstr>
      <vt:lpstr>Corbel</vt:lpstr>
      <vt:lpstr>Wingdings</vt:lpstr>
      <vt:lpstr>Wingdings 2</vt:lpstr>
      <vt:lpstr>New_Education03</vt:lpstr>
      <vt:lpstr>Isle of the  Eternal Shell</vt:lpstr>
      <vt:lpstr>목차</vt:lpstr>
      <vt:lpstr>01 개인별 준비 현황</vt:lpstr>
      <vt:lpstr>02 개발 환경</vt:lpstr>
      <vt:lpstr>03 거시 환경 분석</vt:lpstr>
      <vt:lpstr>04 연구 목적</vt:lpstr>
      <vt:lpstr>05 게임 소개</vt:lpstr>
      <vt:lpstr>05 게임 소개 – 게임 규모</vt:lpstr>
      <vt:lpstr>05 게임 소개 – 맵 구조</vt:lpstr>
      <vt:lpstr>05 게임 소개 - 조작법</vt:lpstr>
      <vt:lpstr>05 게임 소개 – 게임 흐름</vt:lpstr>
      <vt:lpstr>05 게임 소개 – 게임 흐름</vt:lpstr>
      <vt:lpstr>05 게임 소개 - 레벨</vt:lpstr>
      <vt:lpstr>05 게임 소개 – 캐릭터/증강</vt:lpstr>
      <vt:lpstr>05 게임 소개 – 캐릭터/증강</vt:lpstr>
      <vt:lpstr>06 기술적 요소 및 중점연구분야</vt:lpstr>
      <vt:lpstr>07 타게임과의 차별성</vt:lpstr>
      <vt:lpstr>08 역할 분담 및 일정</vt:lpstr>
      <vt:lpstr>08 역할 분담 및 일정</vt:lpstr>
      <vt:lpstr>09 QnA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Isle of the Eternal Shell</dc:title>
  <dc:creator>진수 이</dc:creator>
  <cp:lastModifiedBy>진수 이</cp:lastModifiedBy>
  <cp:revision>49</cp:revision>
  <dcterms:created xsi:type="dcterms:W3CDTF">2025-12-20T01:17:29Z</dcterms:created>
  <dcterms:modified xsi:type="dcterms:W3CDTF">2025-12-23T02:14:44Z</dcterms:modified>
</cp:coreProperties>
</file>